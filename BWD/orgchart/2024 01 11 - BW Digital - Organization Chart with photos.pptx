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6577" r:id="rId4"/>
  </p:sldMasterIdLst>
  <p:notesMasterIdLst>
    <p:notesMasterId r:id="rId12"/>
  </p:notesMasterIdLst>
  <p:handoutMasterIdLst>
    <p:handoutMasterId r:id="rId13"/>
  </p:handoutMasterIdLst>
  <p:sldIdLst>
    <p:sldId id="256" r:id="rId5"/>
    <p:sldId id="3424" r:id="rId6"/>
    <p:sldId id="3530" r:id="rId7"/>
    <p:sldId id="3531" r:id="rId8"/>
    <p:sldId id="3538" r:id="rId9"/>
    <p:sldId id="3533" r:id="rId10"/>
    <p:sldId id="3534" r:id="rId11"/>
  </p:sldIdLst>
  <p:sldSz cx="9721850" cy="6859588"/>
  <p:notesSz cx="7315200" cy="9601200"/>
  <p:custDataLst>
    <p:tags r:id="rId14"/>
  </p:custDataLst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700" kern="1200">
        <a:solidFill>
          <a:schemeClr val="bg1"/>
        </a:solidFill>
        <a:latin typeface="Arial" charset="0"/>
        <a:ea typeface="+mn-ea"/>
        <a:cs typeface="Arial" charset="0"/>
        <a:sym typeface="Wingdings 2" pitchFamily="18" charset="2"/>
      </a:defRPr>
    </a:lvl1pPr>
    <a:lvl2pPr marL="411086" algn="l" rtl="0" fontAlgn="base">
      <a:spcBef>
        <a:spcPct val="0"/>
      </a:spcBef>
      <a:spcAft>
        <a:spcPct val="0"/>
      </a:spcAft>
      <a:defRPr sz="2700" kern="1200">
        <a:solidFill>
          <a:schemeClr val="bg1"/>
        </a:solidFill>
        <a:latin typeface="Arial" charset="0"/>
        <a:ea typeface="+mn-ea"/>
        <a:cs typeface="Arial" charset="0"/>
        <a:sym typeface="Wingdings 2" pitchFamily="18" charset="2"/>
      </a:defRPr>
    </a:lvl2pPr>
    <a:lvl3pPr marL="822189" algn="l" rtl="0" fontAlgn="base">
      <a:spcBef>
        <a:spcPct val="0"/>
      </a:spcBef>
      <a:spcAft>
        <a:spcPct val="0"/>
      </a:spcAft>
      <a:defRPr sz="2700" kern="1200">
        <a:solidFill>
          <a:schemeClr val="bg1"/>
        </a:solidFill>
        <a:latin typeface="Arial" charset="0"/>
        <a:ea typeface="+mn-ea"/>
        <a:cs typeface="Arial" charset="0"/>
        <a:sym typeface="Wingdings 2" pitchFamily="18" charset="2"/>
      </a:defRPr>
    </a:lvl3pPr>
    <a:lvl4pPr marL="1233291" algn="l" rtl="0" fontAlgn="base">
      <a:spcBef>
        <a:spcPct val="0"/>
      </a:spcBef>
      <a:spcAft>
        <a:spcPct val="0"/>
      </a:spcAft>
      <a:defRPr sz="2700" kern="1200">
        <a:solidFill>
          <a:schemeClr val="bg1"/>
        </a:solidFill>
        <a:latin typeface="Arial" charset="0"/>
        <a:ea typeface="+mn-ea"/>
        <a:cs typeface="Arial" charset="0"/>
        <a:sym typeface="Wingdings 2" pitchFamily="18" charset="2"/>
      </a:defRPr>
    </a:lvl4pPr>
    <a:lvl5pPr marL="1644378" algn="l" rtl="0" fontAlgn="base">
      <a:spcBef>
        <a:spcPct val="0"/>
      </a:spcBef>
      <a:spcAft>
        <a:spcPct val="0"/>
      </a:spcAft>
      <a:defRPr sz="2700" kern="1200">
        <a:solidFill>
          <a:schemeClr val="bg1"/>
        </a:solidFill>
        <a:latin typeface="Arial" charset="0"/>
        <a:ea typeface="+mn-ea"/>
        <a:cs typeface="Arial" charset="0"/>
        <a:sym typeface="Wingdings 2" pitchFamily="18" charset="2"/>
      </a:defRPr>
    </a:lvl5pPr>
    <a:lvl6pPr marL="2055489" algn="l" defTabSz="822189" rtl="0" eaLnBrk="1" latinLnBrk="0" hangingPunct="1">
      <a:defRPr sz="2700" kern="1200">
        <a:solidFill>
          <a:schemeClr val="bg1"/>
        </a:solidFill>
        <a:latin typeface="Arial" charset="0"/>
        <a:ea typeface="+mn-ea"/>
        <a:cs typeface="Arial" charset="0"/>
        <a:sym typeface="Wingdings 2" pitchFamily="18" charset="2"/>
      </a:defRPr>
    </a:lvl6pPr>
    <a:lvl7pPr marL="2466595" algn="l" defTabSz="822189" rtl="0" eaLnBrk="1" latinLnBrk="0" hangingPunct="1">
      <a:defRPr sz="2700" kern="1200">
        <a:solidFill>
          <a:schemeClr val="bg1"/>
        </a:solidFill>
        <a:latin typeface="Arial" charset="0"/>
        <a:ea typeface="+mn-ea"/>
        <a:cs typeface="Arial" charset="0"/>
        <a:sym typeface="Wingdings 2" pitchFamily="18" charset="2"/>
      </a:defRPr>
    </a:lvl7pPr>
    <a:lvl8pPr marL="2877676" algn="l" defTabSz="822189" rtl="0" eaLnBrk="1" latinLnBrk="0" hangingPunct="1">
      <a:defRPr sz="2700" kern="1200">
        <a:solidFill>
          <a:schemeClr val="bg1"/>
        </a:solidFill>
        <a:latin typeface="Arial" charset="0"/>
        <a:ea typeface="+mn-ea"/>
        <a:cs typeface="Arial" charset="0"/>
        <a:sym typeface="Wingdings 2" pitchFamily="18" charset="2"/>
      </a:defRPr>
    </a:lvl8pPr>
    <a:lvl9pPr marL="3288774" algn="l" defTabSz="822189" rtl="0" eaLnBrk="1" latinLnBrk="0" hangingPunct="1">
      <a:defRPr sz="2700" kern="1200">
        <a:solidFill>
          <a:schemeClr val="bg1"/>
        </a:solidFill>
        <a:latin typeface="Arial" charset="0"/>
        <a:ea typeface="+mn-ea"/>
        <a:cs typeface="Arial" charset="0"/>
        <a:sym typeface="Wingdings 2" pitchFamily="18" charset="2"/>
      </a:defRPr>
    </a:lvl9pPr>
  </p:defaultTextStyle>
  <p:extLst>
    <p:ext uri="{EFAFB233-063F-42B5-8137-9DF3F51BA10A}">
      <p15:sldGuideLst xmlns:p15="http://schemas.microsoft.com/office/powerpoint/2012/main">
        <p15:guide id="1" orient="horz" pos="838">
          <p15:clr>
            <a:srgbClr val="A4A3A4"/>
          </p15:clr>
        </p15:guide>
        <p15:guide id="2" orient="horz" pos="542">
          <p15:clr>
            <a:srgbClr val="A4A3A4"/>
          </p15:clr>
        </p15:guide>
        <p15:guide id="3" orient="horz" pos="4320">
          <p15:clr>
            <a:srgbClr val="A4A3A4"/>
          </p15:clr>
        </p15:guide>
        <p15:guide id="4" orient="horz" pos="260">
          <p15:clr>
            <a:srgbClr val="A4A3A4"/>
          </p15:clr>
        </p15:guide>
        <p15:guide id="5" orient="horz" pos="1030">
          <p15:clr>
            <a:srgbClr val="A4A3A4"/>
          </p15:clr>
        </p15:guide>
        <p15:guide id="6" orient="horz" pos="4184">
          <p15:clr>
            <a:srgbClr val="A4A3A4"/>
          </p15:clr>
        </p15:guide>
        <p15:guide id="7" orient="horz" pos="1503">
          <p15:clr>
            <a:srgbClr val="A4A3A4"/>
          </p15:clr>
        </p15:guide>
        <p15:guide id="8" orient="horz" pos="2531">
          <p15:clr>
            <a:srgbClr val="A4A3A4"/>
          </p15:clr>
        </p15:guide>
        <p15:guide id="9" pos="162">
          <p15:clr>
            <a:srgbClr val="A4A3A4"/>
          </p15:clr>
        </p15:guide>
        <p15:guide id="10" pos="75">
          <p15:clr>
            <a:srgbClr val="A4A3A4"/>
          </p15:clr>
        </p15:guide>
        <p15:guide id="11" pos="6019">
          <p15:clr>
            <a:srgbClr val="A4A3A4"/>
          </p15:clr>
        </p15:guide>
        <p15:guide id="12" pos="2726">
          <p15:clr>
            <a:srgbClr val="A4A3A4"/>
          </p15:clr>
        </p15:guide>
        <p15:guide id="13" pos="122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 userDrawn="1">
          <p15:clr>
            <a:srgbClr val="A4A3A4"/>
          </p15:clr>
        </p15:guide>
        <p15:guide id="2" pos="2301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arcus Lorentz" initials="ML" lastIdx="26" clrIdx="0"/>
  <p:cmAuthor id="1" name="Ricaud Charlyne" initials="RC" lastIdx="4" clrIdx="1"/>
  <p:cmAuthor id="2" name="Fauquert Alexandre" initials="FA" lastIdx="11" clrIdx="2"/>
  <p:cmAuthor id="3" name="Laurent Le Breton" initials="LLB" lastIdx="1" clrIdx="3"/>
  <p:cmAuthor id="4" name="Ludovic Hutier" initials="LH" lastIdx="6" clrIdx="4">
    <p:extLst>
      <p:ext uri="{19B8F6BF-5375-455C-9EA6-DF929625EA0E}">
        <p15:presenceInfo xmlns:p15="http://schemas.microsoft.com/office/powerpoint/2012/main" userId="Ludovic Huti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9C84"/>
    <a:srgbClr val="46A689"/>
    <a:srgbClr val="002166"/>
    <a:srgbClr val="000066"/>
    <a:srgbClr val="FD7403"/>
    <a:srgbClr val="1B3BA0"/>
    <a:srgbClr val="253E91"/>
    <a:srgbClr val="014C8F"/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C14A48-B6EC-48E5-AE84-3B8DF3E1848F}" v="20" dt="2024-02-06T23:57:55.4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838"/>
        <p:guide orient="horz" pos="542"/>
        <p:guide orient="horz" pos="4320"/>
        <p:guide orient="horz" pos="260"/>
        <p:guide orient="horz" pos="1030"/>
        <p:guide orient="horz" pos="4184"/>
        <p:guide orient="horz" pos="1503"/>
        <p:guide orient="horz" pos="2531"/>
        <p:guide pos="162"/>
        <p:guide pos="75"/>
        <p:guide pos="6019"/>
        <p:guide pos="2726"/>
        <p:guide pos="1228"/>
      </p:guideLst>
    </p:cSldViewPr>
  </p:slide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3024"/>
        <p:guide pos="230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gs" Target="tags/tag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e Leclerc" userId="00fc8d31-3da9-4e8a-ba57-0a3744306fc4" providerId="ADAL" clId="{589F49F6-6B91-4CE1-9BCC-BDA9D059F78E}"/>
    <pc:docChg chg="undo custSel modSld">
      <pc:chgData name="Marie Leclerc" userId="00fc8d31-3da9-4e8a-ba57-0a3744306fc4" providerId="ADAL" clId="{589F49F6-6B91-4CE1-9BCC-BDA9D059F78E}" dt="2024-01-10T23:27:13.987" v="235" actId="1036"/>
      <pc:docMkLst>
        <pc:docMk/>
      </pc:docMkLst>
      <pc:sldChg chg="addSp delSp modSp mod">
        <pc:chgData name="Marie Leclerc" userId="00fc8d31-3da9-4e8a-ba57-0a3744306fc4" providerId="ADAL" clId="{589F49F6-6B91-4CE1-9BCC-BDA9D059F78E}" dt="2024-01-10T23:11:58.007" v="37" actId="1076"/>
        <pc:sldMkLst>
          <pc:docMk/>
          <pc:sldMk cId="3969856521" sldId="3424"/>
        </pc:sldMkLst>
        <pc:spChg chg="mod">
          <ac:chgData name="Marie Leclerc" userId="00fc8d31-3da9-4e8a-ba57-0a3744306fc4" providerId="ADAL" clId="{589F49F6-6B91-4CE1-9BCC-BDA9D059F78E}" dt="2024-01-10T23:11:58.007" v="37" actId="1076"/>
          <ac:spMkLst>
            <pc:docMk/>
            <pc:sldMk cId="3969856521" sldId="3424"/>
            <ac:spMk id="7" creationId="{BAD98D1B-BCEF-3338-37BF-A7E2AD74551C}"/>
          </ac:spMkLst>
        </pc:spChg>
        <pc:graphicFrameChg chg="add del mod">
          <ac:chgData name="Marie Leclerc" userId="00fc8d31-3da9-4e8a-ba57-0a3744306fc4" providerId="ADAL" clId="{589F49F6-6B91-4CE1-9BCC-BDA9D059F78E}" dt="2024-01-10T23:10:32.155" v="17"/>
          <ac:graphicFrameMkLst>
            <pc:docMk/>
            <pc:sldMk cId="3969856521" sldId="3424"/>
            <ac:graphicFrameMk id="2" creationId="{ED0FDB68-BB10-4A7F-11DD-484A4909220A}"/>
          </ac:graphicFrameMkLst>
        </pc:graphicFrameChg>
        <pc:graphicFrameChg chg="add mod modGraphic">
          <ac:chgData name="Marie Leclerc" userId="00fc8d31-3da9-4e8a-ba57-0a3744306fc4" providerId="ADAL" clId="{589F49F6-6B91-4CE1-9BCC-BDA9D059F78E}" dt="2024-01-10T23:11:55.891" v="36" actId="1076"/>
          <ac:graphicFrameMkLst>
            <pc:docMk/>
            <pc:sldMk cId="3969856521" sldId="3424"/>
            <ac:graphicFrameMk id="3" creationId="{B4937599-8CAF-7C2E-2453-56550F0CAE4C}"/>
          </ac:graphicFrameMkLst>
        </pc:graphicFrameChg>
        <pc:graphicFrameChg chg="mod modGraphic">
          <ac:chgData name="Marie Leclerc" userId="00fc8d31-3da9-4e8a-ba57-0a3744306fc4" providerId="ADAL" clId="{589F49F6-6B91-4CE1-9BCC-BDA9D059F78E}" dt="2024-01-10T23:11:52.746" v="35" actId="1076"/>
          <ac:graphicFrameMkLst>
            <pc:docMk/>
            <pc:sldMk cId="3969856521" sldId="3424"/>
            <ac:graphicFrameMk id="4" creationId="{31114A94-A872-FDA6-1A6C-D7B46335C5B2}"/>
          </ac:graphicFrameMkLst>
        </pc:graphicFrameChg>
      </pc:sldChg>
      <pc:sldChg chg="delSp modSp mod">
        <pc:chgData name="Marie Leclerc" userId="00fc8d31-3da9-4e8a-ba57-0a3744306fc4" providerId="ADAL" clId="{589F49F6-6B91-4CE1-9BCC-BDA9D059F78E}" dt="2024-01-10T23:12:19.915" v="46" actId="478"/>
        <pc:sldMkLst>
          <pc:docMk/>
          <pc:sldMk cId="314526989" sldId="3531"/>
        </pc:sldMkLst>
        <pc:spChg chg="del">
          <ac:chgData name="Marie Leclerc" userId="00fc8d31-3da9-4e8a-ba57-0a3744306fc4" providerId="ADAL" clId="{589F49F6-6B91-4CE1-9BCC-BDA9D059F78E}" dt="2024-01-10T23:12:13.682" v="42" actId="478"/>
          <ac:spMkLst>
            <pc:docMk/>
            <pc:sldMk cId="314526989" sldId="3531"/>
            <ac:spMk id="76" creationId="{F646CE54-D4C0-8951-31A6-2A94DF6864DB}"/>
          </ac:spMkLst>
        </pc:spChg>
        <pc:spChg chg="mod">
          <ac:chgData name="Marie Leclerc" userId="00fc8d31-3da9-4e8a-ba57-0a3744306fc4" providerId="ADAL" clId="{589F49F6-6B91-4CE1-9BCC-BDA9D059F78E}" dt="2024-01-10T23:12:09.711" v="41" actId="20577"/>
          <ac:spMkLst>
            <pc:docMk/>
            <pc:sldMk cId="314526989" sldId="3531"/>
            <ac:spMk id="79" creationId="{6E256E1D-A948-0B98-5D80-0CEC634F1806}"/>
          </ac:spMkLst>
        </pc:spChg>
        <pc:picChg chg="del mod">
          <ac:chgData name="Marie Leclerc" userId="00fc8d31-3da9-4e8a-ba57-0a3744306fc4" providerId="ADAL" clId="{589F49F6-6B91-4CE1-9BCC-BDA9D059F78E}" dt="2024-01-10T23:12:19.915" v="46" actId="478"/>
          <ac:picMkLst>
            <pc:docMk/>
            <pc:sldMk cId="314526989" sldId="3531"/>
            <ac:picMk id="78" creationId="{B280E24D-07BC-97F0-D414-6E7D8997A6AC}"/>
          </ac:picMkLst>
        </pc:picChg>
        <pc:cxnChg chg="mod">
          <ac:chgData name="Marie Leclerc" userId="00fc8d31-3da9-4e8a-ba57-0a3744306fc4" providerId="ADAL" clId="{589F49F6-6B91-4CE1-9BCC-BDA9D059F78E}" dt="2024-01-10T23:12:18.460" v="44" actId="14100"/>
          <ac:cxnSpMkLst>
            <pc:docMk/>
            <pc:sldMk cId="314526989" sldId="3531"/>
            <ac:cxnSpMk id="7" creationId="{B9C259A9-9E81-9B7A-8821-65A850696824}"/>
          </ac:cxnSpMkLst>
        </pc:cxnChg>
        <pc:cxnChg chg="del">
          <ac:chgData name="Marie Leclerc" userId="00fc8d31-3da9-4e8a-ba57-0a3744306fc4" providerId="ADAL" clId="{589F49F6-6B91-4CE1-9BCC-BDA9D059F78E}" dt="2024-01-10T23:12:14.515" v="43" actId="478"/>
          <ac:cxnSpMkLst>
            <pc:docMk/>
            <pc:sldMk cId="314526989" sldId="3531"/>
            <ac:cxnSpMk id="83" creationId="{48E15D15-D543-BC02-5118-A8B5A7D595D7}"/>
          </ac:cxnSpMkLst>
        </pc:cxnChg>
      </pc:sldChg>
      <pc:sldChg chg="delSp mod">
        <pc:chgData name="Marie Leclerc" userId="00fc8d31-3da9-4e8a-ba57-0a3744306fc4" providerId="ADAL" clId="{589F49F6-6B91-4CE1-9BCC-BDA9D059F78E}" dt="2024-01-10T23:23:44.432" v="149" actId="478"/>
        <pc:sldMkLst>
          <pc:docMk/>
          <pc:sldMk cId="938655337" sldId="3534"/>
        </pc:sldMkLst>
        <pc:spChg chg="del">
          <ac:chgData name="Marie Leclerc" userId="00fc8d31-3da9-4e8a-ba57-0a3744306fc4" providerId="ADAL" clId="{589F49F6-6B91-4CE1-9BCC-BDA9D059F78E}" dt="2024-01-10T23:23:42.336" v="148" actId="478"/>
          <ac:spMkLst>
            <pc:docMk/>
            <pc:sldMk cId="938655337" sldId="3534"/>
            <ac:spMk id="52" creationId="{1A5B872B-7B09-460C-7AAD-3EDC046D46F8}"/>
          </ac:spMkLst>
        </pc:spChg>
        <pc:picChg chg="del">
          <ac:chgData name="Marie Leclerc" userId="00fc8d31-3da9-4e8a-ba57-0a3744306fc4" providerId="ADAL" clId="{589F49F6-6B91-4CE1-9BCC-BDA9D059F78E}" dt="2024-01-10T23:23:42.336" v="148" actId="478"/>
          <ac:picMkLst>
            <pc:docMk/>
            <pc:sldMk cId="938655337" sldId="3534"/>
            <ac:picMk id="2" creationId="{48EDA492-C04F-2ACB-F4FC-2C04685BD0F2}"/>
          </ac:picMkLst>
        </pc:picChg>
        <pc:cxnChg chg="del">
          <ac:chgData name="Marie Leclerc" userId="00fc8d31-3da9-4e8a-ba57-0a3744306fc4" providerId="ADAL" clId="{589F49F6-6B91-4CE1-9BCC-BDA9D059F78E}" dt="2024-01-10T23:23:44.432" v="149" actId="478"/>
          <ac:cxnSpMkLst>
            <pc:docMk/>
            <pc:sldMk cId="938655337" sldId="3534"/>
            <ac:cxnSpMk id="56" creationId="{554BA009-B24F-73D6-7724-9025A2A4F43C}"/>
          </ac:cxnSpMkLst>
        </pc:cxnChg>
      </pc:sldChg>
      <pc:sldChg chg="addSp delSp modSp mod">
        <pc:chgData name="Marie Leclerc" userId="00fc8d31-3da9-4e8a-ba57-0a3744306fc4" providerId="ADAL" clId="{589F49F6-6B91-4CE1-9BCC-BDA9D059F78E}" dt="2024-01-10T23:27:13.987" v="235" actId="1036"/>
        <pc:sldMkLst>
          <pc:docMk/>
          <pc:sldMk cId="3126641165" sldId="3538"/>
        </pc:sldMkLst>
        <pc:spChg chg="mod">
          <ac:chgData name="Marie Leclerc" userId="00fc8d31-3da9-4e8a-ba57-0a3744306fc4" providerId="ADAL" clId="{589F49F6-6B91-4CE1-9BCC-BDA9D059F78E}" dt="2024-01-10T23:22:56.498" v="140" actId="20577"/>
          <ac:spMkLst>
            <pc:docMk/>
            <pc:sldMk cId="3126641165" sldId="3538"/>
            <ac:spMk id="23" creationId="{AE967F92-6A6E-AB52-A527-7B1C12F2807C}"/>
          </ac:spMkLst>
        </pc:spChg>
        <pc:spChg chg="add del mod">
          <ac:chgData name="Marie Leclerc" userId="00fc8d31-3da9-4e8a-ba57-0a3744306fc4" providerId="ADAL" clId="{589F49F6-6B91-4CE1-9BCC-BDA9D059F78E}" dt="2024-01-10T23:13:59.668" v="78" actId="1076"/>
          <ac:spMkLst>
            <pc:docMk/>
            <pc:sldMk cId="3126641165" sldId="3538"/>
            <ac:spMk id="35" creationId="{6C9A1AC3-6181-6256-271D-0093A0791085}"/>
          </ac:spMkLst>
        </pc:spChg>
        <pc:spChg chg="del mod">
          <ac:chgData name="Marie Leclerc" userId="00fc8d31-3da9-4e8a-ba57-0a3744306fc4" providerId="ADAL" clId="{589F49F6-6B91-4CE1-9BCC-BDA9D059F78E}" dt="2024-01-10T23:23:16.590" v="144" actId="478"/>
          <ac:spMkLst>
            <pc:docMk/>
            <pc:sldMk cId="3126641165" sldId="3538"/>
            <ac:spMk id="36" creationId="{3407AFCD-6A7C-9D71-86E0-1D2FB038F53A}"/>
          </ac:spMkLst>
        </pc:spChg>
        <pc:spChg chg="mod">
          <ac:chgData name="Marie Leclerc" userId="00fc8d31-3da9-4e8a-ba57-0a3744306fc4" providerId="ADAL" clId="{589F49F6-6B91-4CE1-9BCC-BDA9D059F78E}" dt="2024-01-10T23:21:33.998" v="87" actId="1076"/>
          <ac:spMkLst>
            <pc:docMk/>
            <pc:sldMk cId="3126641165" sldId="3538"/>
            <ac:spMk id="37" creationId="{135CE7F7-33C1-EFD3-393E-CFB14DF17633}"/>
          </ac:spMkLst>
        </pc:spChg>
        <pc:spChg chg="mod">
          <ac:chgData name="Marie Leclerc" userId="00fc8d31-3da9-4e8a-ba57-0a3744306fc4" providerId="ADAL" clId="{589F49F6-6B91-4CE1-9BCC-BDA9D059F78E}" dt="2024-01-10T23:27:09.199" v="233" actId="1037"/>
          <ac:spMkLst>
            <pc:docMk/>
            <pc:sldMk cId="3126641165" sldId="3538"/>
            <ac:spMk id="38" creationId="{B6C28205-731D-B13C-0047-88F67E14234E}"/>
          </ac:spMkLst>
        </pc:spChg>
        <pc:spChg chg="add mod">
          <ac:chgData name="Marie Leclerc" userId="00fc8d31-3da9-4e8a-ba57-0a3744306fc4" providerId="ADAL" clId="{589F49F6-6B91-4CE1-9BCC-BDA9D059F78E}" dt="2024-01-10T23:24:06.802" v="151" actId="113"/>
          <ac:spMkLst>
            <pc:docMk/>
            <pc:sldMk cId="3126641165" sldId="3538"/>
            <ac:spMk id="48" creationId="{E05A2DE1-ECEB-B215-BB68-15C64311E896}"/>
          </ac:spMkLst>
        </pc:spChg>
        <pc:spChg chg="mod">
          <ac:chgData name="Marie Leclerc" userId="00fc8d31-3da9-4e8a-ba57-0a3744306fc4" providerId="ADAL" clId="{589F49F6-6B91-4CE1-9BCC-BDA9D059F78E}" dt="2024-01-10T23:13:27.981" v="69"/>
          <ac:spMkLst>
            <pc:docMk/>
            <pc:sldMk cId="3126641165" sldId="3538"/>
            <ac:spMk id="50" creationId="{CB0DC38D-4384-BF2F-72DE-B490C35BFA80}"/>
          </ac:spMkLst>
        </pc:spChg>
        <pc:spChg chg="mod">
          <ac:chgData name="Marie Leclerc" userId="00fc8d31-3da9-4e8a-ba57-0a3744306fc4" providerId="ADAL" clId="{589F49F6-6B91-4CE1-9BCC-BDA9D059F78E}" dt="2024-01-10T23:13:37.191" v="70" actId="14100"/>
          <ac:spMkLst>
            <pc:docMk/>
            <pc:sldMk cId="3126641165" sldId="3538"/>
            <ac:spMk id="56" creationId="{16BE256E-FFC9-371E-D87E-0EFA011D2575}"/>
          </ac:spMkLst>
        </pc:spChg>
        <pc:spChg chg="add mod">
          <ac:chgData name="Marie Leclerc" userId="00fc8d31-3da9-4e8a-ba57-0a3744306fc4" providerId="ADAL" clId="{589F49F6-6B91-4CE1-9BCC-BDA9D059F78E}" dt="2024-01-10T23:27:13.987" v="235" actId="1036"/>
          <ac:spMkLst>
            <pc:docMk/>
            <pc:sldMk cId="3126641165" sldId="3538"/>
            <ac:spMk id="70" creationId="{D5848F4B-1387-C098-6E2A-A9CED58A26E4}"/>
          </ac:spMkLst>
        </pc:spChg>
        <pc:spChg chg="mod">
          <ac:chgData name="Marie Leclerc" userId="00fc8d31-3da9-4e8a-ba57-0a3744306fc4" providerId="ADAL" clId="{589F49F6-6B91-4CE1-9BCC-BDA9D059F78E}" dt="2024-01-10T23:24:43.845" v="163" actId="1036"/>
          <ac:spMkLst>
            <pc:docMk/>
            <pc:sldMk cId="3126641165" sldId="3538"/>
            <ac:spMk id="95" creationId="{0C0D550C-8F00-E8C9-269E-6A54B181E932}"/>
          </ac:spMkLst>
        </pc:spChg>
        <pc:spChg chg="mod">
          <ac:chgData name="Marie Leclerc" userId="00fc8d31-3da9-4e8a-ba57-0a3744306fc4" providerId="ADAL" clId="{589F49F6-6B91-4CE1-9BCC-BDA9D059F78E}" dt="2024-01-10T23:24:43.845" v="163" actId="1036"/>
          <ac:spMkLst>
            <pc:docMk/>
            <pc:sldMk cId="3126641165" sldId="3538"/>
            <ac:spMk id="96" creationId="{519435CF-FB8B-D701-D351-2E94088CAF9C}"/>
          </ac:spMkLst>
        </pc:spChg>
        <pc:spChg chg="mod">
          <ac:chgData name="Marie Leclerc" userId="00fc8d31-3da9-4e8a-ba57-0a3744306fc4" providerId="ADAL" clId="{589F49F6-6B91-4CE1-9BCC-BDA9D059F78E}" dt="2024-01-10T23:24:43.845" v="163" actId="1036"/>
          <ac:spMkLst>
            <pc:docMk/>
            <pc:sldMk cId="3126641165" sldId="3538"/>
            <ac:spMk id="97" creationId="{CA4E6A7F-163D-08BE-5E05-C3C8D2BA854B}"/>
          </ac:spMkLst>
        </pc:spChg>
        <pc:spChg chg="mod">
          <ac:chgData name="Marie Leclerc" userId="00fc8d31-3da9-4e8a-ba57-0a3744306fc4" providerId="ADAL" clId="{589F49F6-6B91-4CE1-9BCC-BDA9D059F78E}" dt="2024-01-10T23:24:43.845" v="163" actId="1036"/>
          <ac:spMkLst>
            <pc:docMk/>
            <pc:sldMk cId="3126641165" sldId="3538"/>
            <ac:spMk id="98" creationId="{8600AC62-C5E7-CEDC-09FE-4FC621412AC8}"/>
          </ac:spMkLst>
        </pc:spChg>
        <pc:picChg chg="mod">
          <ac:chgData name="Marie Leclerc" userId="00fc8d31-3da9-4e8a-ba57-0a3744306fc4" providerId="ADAL" clId="{589F49F6-6B91-4CE1-9BCC-BDA9D059F78E}" dt="2024-01-10T23:13:21.985" v="68" actId="1076"/>
          <ac:picMkLst>
            <pc:docMk/>
            <pc:sldMk cId="3126641165" sldId="3538"/>
            <ac:picMk id="62" creationId="{FF38A699-0BE4-C680-D10B-BE7F7214E51F}"/>
          </ac:picMkLst>
        </pc:picChg>
        <pc:picChg chg="mod">
          <ac:chgData name="Marie Leclerc" userId="00fc8d31-3da9-4e8a-ba57-0a3744306fc4" providerId="ADAL" clId="{589F49F6-6B91-4CE1-9BCC-BDA9D059F78E}" dt="2024-01-10T23:14:03.809" v="79" actId="1076"/>
          <ac:picMkLst>
            <pc:docMk/>
            <pc:sldMk cId="3126641165" sldId="3538"/>
            <ac:picMk id="71" creationId="{0C683DC7-D4FB-2AE7-9119-4F0E3C4378CE}"/>
          </ac:picMkLst>
        </pc:picChg>
        <pc:picChg chg="mod">
          <ac:chgData name="Marie Leclerc" userId="00fc8d31-3da9-4e8a-ba57-0a3744306fc4" providerId="ADAL" clId="{589F49F6-6B91-4CE1-9BCC-BDA9D059F78E}" dt="2024-01-10T23:23:30.587" v="147" actId="14100"/>
          <ac:picMkLst>
            <pc:docMk/>
            <pc:sldMk cId="3126641165" sldId="3538"/>
            <ac:picMk id="77" creationId="{C3835FC1-09DD-1F3D-A566-C4DDE45D47AD}"/>
          </ac:picMkLst>
        </pc:picChg>
        <pc:picChg chg="del">
          <ac:chgData name="Marie Leclerc" userId="00fc8d31-3da9-4e8a-ba57-0a3744306fc4" providerId="ADAL" clId="{589F49F6-6B91-4CE1-9BCC-BDA9D059F78E}" dt="2024-01-10T23:13:18.790" v="67" actId="478"/>
          <ac:picMkLst>
            <pc:docMk/>
            <pc:sldMk cId="3126641165" sldId="3538"/>
            <ac:picMk id="79" creationId="{D44FAFA6-A0B0-010F-3DAD-E2A66558E2EA}"/>
          </ac:picMkLst>
        </pc:picChg>
        <pc:picChg chg="del">
          <ac:chgData name="Marie Leclerc" userId="00fc8d31-3da9-4e8a-ba57-0a3744306fc4" providerId="ADAL" clId="{589F49F6-6B91-4CE1-9BCC-BDA9D059F78E}" dt="2024-01-10T23:13:38.753" v="71" actId="478"/>
          <ac:picMkLst>
            <pc:docMk/>
            <pc:sldMk cId="3126641165" sldId="3538"/>
            <ac:picMk id="80" creationId="{8BAF8AEB-546B-1555-D00A-A5CEC93577E2}"/>
          </ac:picMkLst>
        </pc:picChg>
        <pc:picChg chg="mod">
          <ac:chgData name="Marie Leclerc" userId="00fc8d31-3da9-4e8a-ba57-0a3744306fc4" providerId="ADAL" clId="{589F49F6-6B91-4CE1-9BCC-BDA9D059F78E}" dt="2024-01-10T23:21:40.439" v="94" actId="1035"/>
          <ac:picMkLst>
            <pc:docMk/>
            <pc:sldMk cId="3126641165" sldId="3538"/>
            <ac:picMk id="81" creationId="{F111E3F2-D2B6-03D0-5C95-9B2BA4BDE224}"/>
          </ac:picMkLst>
        </pc:picChg>
        <pc:picChg chg="del">
          <ac:chgData name="Marie Leclerc" userId="00fc8d31-3da9-4e8a-ba57-0a3744306fc4" providerId="ADAL" clId="{589F49F6-6B91-4CE1-9BCC-BDA9D059F78E}" dt="2024-01-10T23:12:58.278" v="60" actId="478"/>
          <ac:picMkLst>
            <pc:docMk/>
            <pc:sldMk cId="3126641165" sldId="3538"/>
            <ac:picMk id="83" creationId="{EA08353D-BFAE-0BBD-FB39-D7F7748D89DD}"/>
          </ac:picMkLst>
        </pc:picChg>
        <pc:picChg chg="add mod">
          <ac:chgData name="Marie Leclerc" userId="00fc8d31-3da9-4e8a-ba57-0a3744306fc4" providerId="ADAL" clId="{589F49F6-6B91-4CE1-9BCC-BDA9D059F78E}" dt="2024-01-10T23:21:37.682" v="88" actId="1076"/>
          <ac:picMkLst>
            <pc:docMk/>
            <pc:sldMk cId="3126641165" sldId="3538"/>
            <ac:picMk id="2050" creationId="{177A2FA9-C80D-F389-ABBD-4C9B00970217}"/>
          </ac:picMkLst>
        </pc:picChg>
        <pc:picChg chg="add mod">
          <ac:chgData name="Marie Leclerc" userId="00fc8d31-3da9-4e8a-ba57-0a3744306fc4" providerId="ADAL" clId="{589F49F6-6B91-4CE1-9BCC-BDA9D059F78E}" dt="2024-01-10T23:22:36.430" v="116" actId="1076"/>
          <ac:picMkLst>
            <pc:docMk/>
            <pc:sldMk cId="3126641165" sldId="3538"/>
            <ac:picMk id="2052" creationId="{7E46998A-2CC4-79B3-61A5-D69343E0A57A}"/>
          </ac:picMkLst>
        </pc:picChg>
        <pc:picChg chg="add mod">
          <ac:chgData name="Marie Leclerc" userId="00fc8d31-3da9-4e8a-ba57-0a3744306fc4" providerId="ADAL" clId="{589F49F6-6B91-4CE1-9BCC-BDA9D059F78E}" dt="2024-01-10T23:26:39.177" v="228" actId="1076"/>
          <ac:picMkLst>
            <pc:docMk/>
            <pc:sldMk cId="3126641165" sldId="3538"/>
            <ac:picMk id="2054" creationId="{3E3779EE-F7C8-CBD2-FCAE-5A315104FF40}"/>
          </ac:picMkLst>
        </pc:picChg>
        <pc:cxnChg chg="del mod">
          <ac:chgData name="Marie Leclerc" userId="00fc8d31-3da9-4e8a-ba57-0a3744306fc4" providerId="ADAL" clId="{589F49F6-6B91-4CE1-9BCC-BDA9D059F78E}" dt="2024-01-10T23:23:20.341" v="146" actId="478"/>
          <ac:cxnSpMkLst>
            <pc:docMk/>
            <pc:sldMk cId="3126641165" sldId="3538"/>
            <ac:cxnSpMk id="31" creationId="{3F4FEF52-D6D3-825B-62A2-195D3C564B3D}"/>
          </ac:cxnSpMkLst>
        </pc:cxnChg>
        <pc:cxnChg chg="mod">
          <ac:chgData name="Marie Leclerc" userId="00fc8d31-3da9-4e8a-ba57-0a3744306fc4" providerId="ADAL" clId="{589F49F6-6B91-4CE1-9BCC-BDA9D059F78E}" dt="2024-01-10T23:25:44.342" v="220" actId="1038"/>
          <ac:cxnSpMkLst>
            <pc:docMk/>
            <pc:sldMk cId="3126641165" sldId="3538"/>
            <ac:cxnSpMk id="32" creationId="{F251B506-D0B9-7E08-56A8-CB1134F26435}"/>
          </ac:cxnSpMkLst>
        </pc:cxnChg>
        <pc:cxnChg chg="mod">
          <ac:chgData name="Marie Leclerc" userId="00fc8d31-3da9-4e8a-ba57-0a3744306fc4" providerId="ADAL" clId="{589F49F6-6B91-4CE1-9BCC-BDA9D059F78E}" dt="2024-01-10T23:25:17.650" v="204" actId="1037"/>
          <ac:cxnSpMkLst>
            <pc:docMk/>
            <pc:sldMk cId="3126641165" sldId="3538"/>
            <ac:cxnSpMk id="33" creationId="{18B9B856-42DC-9956-0991-A8B0F9D736B3}"/>
          </ac:cxnSpMkLst>
        </pc:cxnChg>
        <pc:cxnChg chg="mod">
          <ac:chgData name="Marie Leclerc" userId="00fc8d31-3da9-4e8a-ba57-0a3744306fc4" providerId="ADAL" clId="{589F49F6-6B91-4CE1-9BCC-BDA9D059F78E}" dt="2024-01-10T23:25:41.172" v="217" actId="1037"/>
          <ac:cxnSpMkLst>
            <pc:docMk/>
            <pc:sldMk cId="3126641165" sldId="3538"/>
            <ac:cxnSpMk id="34" creationId="{70F09C97-EE28-8813-9718-D69B01403D49}"/>
          </ac:cxnSpMkLst>
        </pc:cxnChg>
        <pc:cxnChg chg="add mod ord">
          <ac:chgData name="Marie Leclerc" userId="00fc8d31-3da9-4e8a-ba57-0a3744306fc4" providerId="ADAL" clId="{589F49F6-6B91-4CE1-9BCC-BDA9D059F78E}" dt="2024-01-10T23:25:25.511" v="207" actId="167"/>
          <ac:cxnSpMkLst>
            <pc:docMk/>
            <pc:sldMk cId="3126641165" sldId="3538"/>
            <ac:cxnSpMk id="85" creationId="{4C371DB9-A6D7-CB95-D972-4A7DCB87BDD1}"/>
          </ac:cxnSpMkLst>
        </pc:cxnChg>
      </pc:sldChg>
    </pc:docChg>
  </pc:docChgLst>
  <pc:docChgLst>
    <pc:chgData name="Marie Leclerc" userId="00fc8d31-3da9-4e8a-ba57-0a3744306fc4" providerId="ADAL" clId="{AEC14A48-B6EC-48E5-AE84-3B8DF3E1848F}"/>
    <pc:docChg chg="custSel modSld">
      <pc:chgData name="Marie Leclerc" userId="00fc8d31-3da9-4e8a-ba57-0a3744306fc4" providerId="ADAL" clId="{AEC14A48-B6EC-48E5-AE84-3B8DF3E1848F}" dt="2024-02-06T23:57:55.444" v="19" actId="108"/>
      <pc:docMkLst>
        <pc:docMk/>
      </pc:docMkLst>
      <pc:sldChg chg="addSp delSp modSp mod">
        <pc:chgData name="Marie Leclerc" userId="00fc8d31-3da9-4e8a-ba57-0a3744306fc4" providerId="ADAL" clId="{AEC14A48-B6EC-48E5-AE84-3B8DF3E1848F}" dt="2024-02-06T23:57:55.444" v="19" actId="108"/>
        <pc:sldMkLst>
          <pc:docMk/>
          <pc:sldMk cId="3126641165" sldId="3538"/>
        </pc:sldMkLst>
        <pc:spChg chg="add del mod">
          <ac:chgData name="Marie Leclerc" userId="00fc8d31-3da9-4e8a-ba57-0a3744306fc4" providerId="ADAL" clId="{AEC14A48-B6EC-48E5-AE84-3B8DF3E1848F}" dt="2024-02-06T23:57:16.783" v="14" actId="478"/>
          <ac:spMkLst>
            <pc:docMk/>
            <pc:sldMk cId="3126641165" sldId="3538"/>
            <ac:spMk id="31" creationId="{ACB559A4-18CD-4DB9-53A3-362D5A22451E}"/>
          </ac:spMkLst>
        </pc:spChg>
        <pc:spChg chg="add mod">
          <ac:chgData name="Marie Leclerc" userId="00fc8d31-3da9-4e8a-ba57-0a3744306fc4" providerId="ADAL" clId="{AEC14A48-B6EC-48E5-AE84-3B8DF3E1848F}" dt="2024-02-06T23:57:55.444" v="19" actId="108"/>
          <ac:spMkLst>
            <pc:docMk/>
            <pc:sldMk cId="3126641165" sldId="3538"/>
            <ac:spMk id="68" creationId="{B825F430-8D20-31FB-D12C-B673AE84C10F}"/>
          </ac:spMkLst>
        </pc:spChg>
        <pc:picChg chg="add del mod">
          <ac:chgData name="Marie Leclerc" userId="00fc8d31-3da9-4e8a-ba57-0a3744306fc4" providerId="ADAL" clId="{AEC14A48-B6EC-48E5-AE84-3B8DF3E1848F}" dt="2024-02-06T23:57:16.783" v="14" actId="478"/>
          <ac:picMkLst>
            <pc:docMk/>
            <pc:sldMk cId="3126641165" sldId="3538"/>
            <ac:picMk id="36" creationId="{F06A1FE2-2928-0EB7-1A0C-F1F48659D7EF}"/>
          </ac:picMkLst>
        </pc:picChg>
        <pc:picChg chg="add mod">
          <ac:chgData name="Marie Leclerc" userId="00fc8d31-3da9-4e8a-ba57-0a3744306fc4" providerId="ADAL" clId="{AEC14A48-B6EC-48E5-AE84-3B8DF3E1848F}" dt="2024-02-06T23:57:39.379" v="18" actId="1076"/>
          <ac:picMkLst>
            <pc:docMk/>
            <pc:sldMk cId="3126641165" sldId="3538"/>
            <ac:picMk id="79" creationId="{34E946B0-8F32-C62B-942A-5434E11A3121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0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170718" cy="4809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9" tIns="48292" rIns="96589" bIns="48292" numCol="1" anchor="t" anchorCtr="0" compatLnSpc="1">
            <a:prstTxWarp prst="textNoShape">
              <a:avLst/>
            </a:prstTxWarp>
          </a:bodyPr>
          <a:lstStyle>
            <a:lvl1pPr algn="l" defTabSz="965739" eaLnBrk="1" hangingPunct="1">
              <a:spcBef>
                <a:spcPct val="0"/>
              </a:spcBef>
              <a:buSzTx/>
              <a:defRPr sz="1300">
                <a:solidFill>
                  <a:schemeClr val="tx1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280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2779" y="1"/>
            <a:ext cx="3170718" cy="4809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9" tIns="48292" rIns="96589" bIns="48292" numCol="1" anchor="t" anchorCtr="0" compatLnSpc="1">
            <a:prstTxWarp prst="textNoShape">
              <a:avLst/>
            </a:prstTxWarp>
          </a:bodyPr>
          <a:lstStyle>
            <a:lvl1pPr algn="r" defTabSz="965739" eaLnBrk="1" hangingPunct="1">
              <a:spcBef>
                <a:spcPct val="0"/>
              </a:spcBef>
              <a:buSzTx/>
              <a:defRPr sz="1300">
                <a:solidFill>
                  <a:schemeClr val="tx1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280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2779" y="9118750"/>
            <a:ext cx="3170718" cy="480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9" tIns="48292" rIns="96589" bIns="48292" numCol="1" anchor="b" anchorCtr="0" compatLnSpc="1">
            <a:prstTxWarp prst="textNoShape">
              <a:avLst/>
            </a:prstTxWarp>
          </a:bodyPr>
          <a:lstStyle>
            <a:lvl1pPr algn="r" defTabSz="965739" eaLnBrk="1" hangingPunct="1">
              <a:spcBef>
                <a:spcPct val="0"/>
              </a:spcBef>
              <a:buSzTx/>
              <a:defRPr sz="1300">
                <a:solidFill>
                  <a:schemeClr val="tx1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5F5A05A2-D293-46BF-8355-00BC021B71E2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143984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170718" cy="4809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9" tIns="48292" rIns="96589" bIns="48292" numCol="1" anchor="t" anchorCtr="0" compatLnSpc="1">
            <a:prstTxWarp prst="textNoShape">
              <a:avLst/>
            </a:prstTxWarp>
          </a:bodyPr>
          <a:lstStyle>
            <a:lvl1pPr algn="l" defTabSz="965739" eaLnBrk="1" hangingPunct="1">
              <a:spcBef>
                <a:spcPct val="0"/>
              </a:spcBef>
              <a:buSzTx/>
              <a:defRPr sz="1300">
                <a:solidFill>
                  <a:schemeClr val="tx1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40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2779" y="1"/>
            <a:ext cx="3170718" cy="4809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9" tIns="48292" rIns="96589" bIns="48292" numCol="1" anchor="t" anchorCtr="0" compatLnSpc="1">
            <a:prstTxWarp prst="textNoShape">
              <a:avLst/>
            </a:prstTxWarp>
          </a:bodyPr>
          <a:lstStyle>
            <a:lvl1pPr algn="r" defTabSz="965739" eaLnBrk="1" hangingPunct="1">
              <a:spcBef>
                <a:spcPct val="0"/>
              </a:spcBef>
              <a:buSzTx/>
              <a:defRPr sz="1300">
                <a:solidFill>
                  <a:schemeClr val="tx1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60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06488" y="720725"/>
            <a:ext cx="5100637" cy="35988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40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2890" y="4560146"/>
            <a:ext cx="5849427" cy="4318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9" tIns="48292" rIns="96589" bIns="4829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140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18750"/>
            <a:ext cx="3170718" cy="480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9" tIns="48292" rIns="96589" bIns="48292" numCol="1" anchor="b" anchorCtr="0" compatLnSpc="1">
            <a:prstTxWarp prst="textNoShape">
              <a:avLst/>
            </a:prstTxWarp>
          </a:bodyPr>
          <a:lstStyle>
            <a:lvl1pPr algn="l" defTabSz="965739" eaLnBrk="1" hangingPunct="1">
              <a:spcBef>
                <a:spcPct val="0"/>
              </a:spcBef>
              <a:buSzTx/>
              <a:defRPr sz="1300">
                <a:solidFill>
                  <a:schemeClr val="tx1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40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2779" y="9118750"/>
            <a:ext cx="3170718" cy="480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9" tIns="48292" rIns="96589" bIns="48292" numCol="1" anchor="b" anchorCtr="0" compatLnSpc="1">
            <a:prstTxWarp prst="textNoShape">
              <a:avLst/>
            </a:prstTxWarp>
          </a:bodyPr>
          <a:lstStyle>
            <a:lvl1pPr algn="r" defTabSz="965739" eaLnBrk="1" hangingPunct="1">
              <a:spcBef>
                <a:spcPct val="0"/>
              </a:spcBef>
              <a:buSzTx/>
              <a:defRPr sz="1300">
                <a:solidFill>
                  <a:schemeClr val="tx1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EEE6F536-5FFD-4CB9-9F39-0DF1AB503866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506789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11086" algn="l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822189" algn="l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233291" algn="l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644378" algn="l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055489" algn="l" defTabSz="822189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466595" algn="l" defTabSz="822189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2877676" algn="l" defTabSz="822189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288774" algn="l" defTabSz="822189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EE6F536-5FFD-4CB9-9F39-0DF1AB503866}" type="slidenum">
              <a:rPr lang="fr-FR" smtClean="0"/>
              <a:pPr>
                <a:defRPr/>
              </a:pPr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10691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_Blue Backgroun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DCD2B84-8FB2-72F7-9B1A-1AFAB118FC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1921" b="5809"/>
          <a:stretch/>
        </p:blipFill>
        <p:spPr>
          <a:xfrm>
            <a:off x="-9833" y="0"/>
            <a:ext cx="9802761" cy="6859588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8CABE00-DBCE-4076-9654-41C32FB4EE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9425" y="885313"/>
            <a:ext cx="4230688" cy="979488"/>
          </a:xfrm>
        </p:spPr>
        <p:txBody>
          <a:bodyPr/>
          <a:lstStyle>
            <a:lvl1pPr marL="0" indent="0">
              <a:buNone/>
              <a:defRPr lang="en-US" sz="2800" b="1" kern="0" cap="small" dirty="0" smtClean="0">
                <a:solidFill>
                  <a:srgbClr val="FFFFFF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Wingdings 2" pitchFamily="18" charset="2"/>
              </a:defRPr>
            </a:lvl1pPr>
            <a:lvl2pPr marL="176390" indent="0">
              <a:buNone/>
              <a:defRPr lang="en-US" sz="2000" b="1" kern="0" cap="small" dirty="0" smtClean="0">
                <a:solidFill>
                  <a:srgbClr val="FFFFFF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Wingdings 2" pitchFamily="18" charset="2"/>
              </a:defRPr>
            </a:lvl2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C5657C-4B51-4E3E-AFF2-3896A2E69209}"/>
              </a:ext>
            </a:extLst>
          </p:cNvPr>
          <p:cNvSpPr txBox="1"/>
          <p:nvPr userDrawn="1"/>
        </p:nvSpPr>
        <p:spPr>
          <a:xfrm>
            <a:off x="3975322" y="6333381"/>
            <a:ext cx="1771203" cy="45738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3599" tIns="43599" rIns="43599" bIns="43599" numCol="1" spcCol="38100" rtlCol="0" anchor="t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NZ" sz="1600" b="0" i="0" u="none" strike="noStrike" kern="0" cap="small" spc="0" baseline="0">
                <a:ln>
                  <a:noFill/>
                </a:ln>
                <a:solidFill>
                  <a:schemeClr val="bg1"/>
                </a:solidFill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Helvetica LT Std Light"/>
              </a:rPr>
              <a:t>strictly confidential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1D4E410-2E11-4F98-BA2F-451A660B28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0" y="2940050"/>
            <a:ext cx="9721850" cy="979488"/>
          </a:xfrm>
        </p:spPr>
        <p:txBody>
          <a:bodyPr anchor="ctr" anchorCtr="0"/>
          <a:lstStyle>
            <a:lvl1pPr marL="0" indent="0" algn="ctr">
              <a:buNone/>
              <a:defRPr lang="en-US" sz="5400" b="1" kern="0" cap="small" dirty="0" smtClean="0">
                <a:solidFill>
                  <a:srgbClr val="FFFFFF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Wingdings 2" pitchFamily="18" charset="2"/>
              </a:defRPr>
            </a:lvl1pPr>
            <a:lvl2pPr marL="176390" indent="0" algn="ctr">
              <a:buNone/>
              <a:defRPr lang="en-US" sz="2000" b="1" kern="0" cap="small" dirty="0" smtClean="0">
                <a:solidFill>
                  <a:srgbClr val="FFFFFF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Wingdings 2" pitchFamily="18" charset="2"/>
              </a:defRPr>
            </a:lvl2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9326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8029037-65A9-479A-58A1-7BE96B5ECA1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1921" b="5800"/>
          <a:stretch/>
        </p:blipFill>
        <p:spPr>
          <a:xfrm>
            <a:off x="-9832" y="0"/>
            <a:ext cx="9731682" cy="973380"/>
          </a:xfrm>
          <a:prstGeom prst="rect">
            <a:avLst/>
          </a:prstGeom>
        </p:spPr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4DDFDAC-900F-4962-AF42-ABB52C7A7B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8975" y="1376363"/>
            <a:ext cx="8337550" cy="5038725"/>
          </a:xfrm>
        </p:spPr>
        <p:txBody>
          <a:bodyPr/>
          <a:lstStyle>
            <a:lvl1pPr marL="228600" indent="-228600">
              <a:buClr>
                <a:srgbClr val="1B3BA0"/>
              </a:buClr>
              <a:buFont typeface="+mj-lt"/>
              <a:buAutoNum type="alphaUcPeriod"/>
              <a:defRPr sz="2400">
                <a:solidFill>
                  <a:schemeClr val="tx1"/>
                </a:solidFill>
              </a:defRPr>
            </a:lvl1pPr>
            <a:lvl2pPr marL="462140" indent="-285750">
              <a:buClr>
                <a:srgbClr val="1B3BA0"/>
              </a:buClr>
              <a:buFont typeface="+mj-lt"/>
              <a:buAutoNum type="romanUcPeriod"/>
              <a:defRPr sz="20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8" name="Strictly Confidential">
            <a:extLst>
              <a:ext uri="{FF2B5EF4-FFF2-40B4-BE49-F238E27FC236}">
                <a16:creationId xmlns:a16="http://schemas.microsoft.com/office/drawing/2014/main" id="{A046D601-77F5-4E29-AAA3-4A9F1EFA7F3A}"/>
              </a:ext>
            </a:extLst>
          </p:cNvPr>
          <p:cNvSpPr txBox="1"/>
          <p:nvPr userDrawn="1"/>
        </p:nvSpPr>
        <p:spPr>
          <a:xfrm>
            <a:off x="8331340" y="6569137"/>
            <a:ext cx="1390510" cy="2222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12" tIns="50812" rIns="50812" bIns="50812" anchor="ctr"/>
          <a:lstStyle>
            <a:lvl1pPr algn="r" defTabSz="825500">
              <a:lnSpc>
                <a:spcPct val="100000"/>
              </a:lnSpc>
              <a:defRPr sz="9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 algn="ctr"/>
            <a:r>
              <a:rPr lang="en-NZ" sz="1000" noProof="0">
                <a:solidFill>
                  <a:schemeClr val="bg1"/>
                </a:solidFill>
              </a:rPr>
              <a:t>Strictly Confidential</a:t>
            </a:r>
          </a:p>
        </p:txBody>
      </p:sp>
      <p:pic>
        <p:nvPicPr>
          <p:cNvPr id="6" name="Picture 5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C38F9821-4F47-4957-BE37-37C847A5A69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216" y="6295161"/>
            <a:ext cx="1343664" cy="43918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825E3-1482-4D48-AADD-3BF688720C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20041"/>
            <a:ext cx="9721849" cy="533298"/>
          </a:xfrm>
          <a:noFill/>
          <a:ln>
            <a:noFill/>
          </a:ln>
        </p:spPr>
        <p:style>
          <a:lnRef idx="1">
            <a:schemeClr val="accent6"/>
          </a:lnRef>
          <a:fillRef idx="1003">
            <a:schemeClr val="lt1"/>
          </a:fillRef>
          <a:effectRef idx="2">
            <a:schemeClr val="accent6"/>
          </a:effectRef>
          <a:fontRef idx="minor">
            <a:schemeClr val="lt1"/>
          </a:fontRef>
        </p:style>
        <p:txBody>
          <a:bodyPr/>
          <a:lstStyle>
            <a:lvl1pPr marL="0" indent="0" defTabSz="268288">
              <a:buNone/>
              <a:defRPr lang="en-US" sz="2800" b="1" i="0" u="none" strike="noStrike" kern="0" cap="small" spc="0" baseline="0" dirty="0" smtClean="0">
                <a:ln>
                  <a:noFill/>
                </a:ln>
                <a:solidFill>
                  <a:srgbClr val="FFFFFF"/>
                </a:solidFill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Wingdings 2" pitchFamily="18" charset="2"/>
              </a:defRPr>
            </a:lvl1pPr>
          </a:lstStyle>
          <a:p>
            <a:pPr lvl="0"/>
            <a:r>
              <a:rPr lang="en-US"/>
              <a:t>	Edit Master text styles</a:t>
            </a:r>
          </a:p>
          <a:p>
            <a:pPr lvl="1"/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28107364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trictly Confidential"/>
          <p:cNvSpPr txBox="1"/>
          <p:nvPr/>
        </p:nvSpPr>
        <p:spPr>
          <a:xfrm>
            <a:off x="3762451" y="6422569"/>
            <a:ext cx="2196947" cy="186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12" tIns="50812" rIns="50812" bIns="50812" anchor="ctr"/>
          <a:lstStyle>
            <a:lvl1pPr algn="r" defTabSz="825500">
              <a:lnSpc>
                <a:spcPct val="100000"/>
              </a:lnSpc>
              <a:defRPr sz="9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 algn="ctr"/>
            <a:r>
              <a:rPr sz="900"/>
              <a:t>Strictly Confidential</a:t>
            </a:r>
          </a:p>
        </p:txBody>
      </p:sp>
      <p:sp>
        <p:nvSpPr>
          <p:cNvPr id="6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927380" y="6350798"/>
            <a:ext cx="206788" cy="1384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C3BA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65001790-399A-40D8-983C-C02EA4D85ED2}"/>
              </a:ext>
            </a:extLst>
          </p:cNvPr>
          <p:cNvCxnSpPr>
            <a:cxnSpLocks/>
          </p:cNvCxnSpPr>
          <p:nvPr userDrawn="1"/>
        </p:nvCxnSpPr>
        <p:spPr>
          <a:xfrm flipV="1">
            <a:off x="490536" y="973380"/>
            <a:ext cx="8643632" cy="4174"/>
          </a:xfrm>
          <a:prstGeom prst="line">
            <a:avLst/>
          </a:prstGeom>
          <a:ln w="28575">
            <a:solidFill>
              <a:srgbClr val="1B3B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5C70963-0FE7-4DD2-A086-4FC8C6271C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0536" y="427614"/>
            <a:ext cx="8643632" cy="545766"/>
          </a:xfrm>
        </p:spPr>
        <p:txBody>
          <a:bodyPr/>
          <a:lstStyle>
            <a:lvl1pPr marL="0" indent="0">
              <a:buNone/>
              <a:defRPr sz="2800" b="1">
                <a:solidFill>
                  <a:schemeClr val="tx1"/>
                </a:solidFill>
              </a:defRPr>
            </a:lvl1pPr>
            <a:lvl2pPr marL="176390" indent="0">
              <a:buNone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5881CB7E-3D53-4560-843A-175399DA837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9288" y="1455738"/>
            <a:ext cx="8362737" cy="4430712"/>
          </a:xfrm>
        </p:spPr>
        <p:txBody>
          <a:bodyPr/>
          <a:lstStyle>
            <a:lvl1pPr marL="172787" indent="-172787">
              <a:buFont typeface="Wingdings" panose="05000000000000000000" pitchFamily="2" charset="2"/>
              <a:buChar char="q"/>
              <a:defRPr sz="1600" baseline="0"/>
            </a:lvl1pPr>
            <a:lvl2pPr marL="914400" indent="-285750">
              <a:buFont typeface="Calibri" panose="020F0502020204030204" pitchFamily="34" charset="0"/>
              <a:buChar char="√"/>
              <a:defRPr lang="en-US" sz="1400" kern="1200" dirty="0" smtClean="0">
                <a:solidFill>
                  <a:srgbClr val="002060"/>
                </a:solidFill>
                <a:latin typeface="+mn-lt"/>
                <a:ea typeface="+mn-ea"/>
                <a:cs typeface="Arial" panose="020B0604020202020204" pitchFamily="34" charset="0"/>
                <a:sym typeface="Wingdings 2" pitchFamily="18" charset="2"/>
              </a:defRPr>
            </a:lvl2pPr>
            <a:lvl3pPr marL="532764" indent="-172787">
              <a:defRPr lang="en-US" sz="1400" b="0" i="0" u="none" strike="noStrike" kern="1200" cap="none" spc="0" baseline="0" dirty="0">
                <a:ln>
                  <a:noFill/>
                </a:ln>
                <a:solidFill>
                  <a:srgbClr val="002060"/>
                </a:solidFill>
                <a:uFillTx/>
                <a:latin typeface="+mn-lt"/>
                <a:ea typeface="+mn-ea"/>
                <a:cs typeface="Arial" panose="020B0604020202020204" pitchFamily="34" charset="0"/>
                <a:sym typeface="Wingdings 2" pitchFamily="18" charset="2"/>
              </a:defRPr>
            </a:lvl3pPr>
            <a:lvl4pPr>
              <a:defRPr lang="en-US" sz="1100" b="0" i="0" u="none" strike="noStrike" cap="none" spc="0" baseline="0" dirty="0">
                <a:ln>
                  <a:noFill/>
                </a:ln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marL="895350" marR="0" lvl="2" indent="-266700" algn="just" defTabSz="913358" rtl="0" fontAlgn="auto" latinLnBrk="0">
              <a:lnSpc>
                <a:spcPct val="80000"/>
              </a:lnSpc>
              <a:spcBef>
                <a:spcPts val="300"/>
              </a:spcBef>
              <a:spcAft>
                <a:spcPts val="300"/>
              </a:spcAft>
              <a:buClr>
                <a:srgbClr val="002060"/>
              </a:buClr>
              <a:buSzPct val="100000"/>
              <a:buFont typeface="Wingdings" panose="05000000000000000000" pitchFamily="2" charset="2"/>
              <a:buChar char="ü"/>
              <a:tabLst/>
              <a:defRPr/>
            </a:pPr>
            <a:r>
              <a:rPr lang="en-US"/>
              <a:t>Second level</a:t>
            </a:r>
          </a:p>
          <a:p>
            <a:pPr marL="532764" marR="0" lvl="3" indent="-172787" algn="l" defTabSz="913478" rtl="0" latinLnBrk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Char char="−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718032032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trictly Confidential"/>
          <p:cNvSpPr txBox="1"/>
          <p:nvPr/>
        </p:nvSpPr>
        <p:spPr>
          <a:xfrm>
            <a:off x="7175373" y="6292129"/>
            <a:ext cx="2196947" cy="2558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12" tIns="50812" rIns="50812" bIns="50812" anchor="ctr"/>
          <a:lstStyle>
            <a:lvl1pPr algn="r" defTabSz="825500">
              <a:lnSpc>
                <a:spcPct val="100000"/>
              </a:lnSpc>
              <a:defRPr sz="9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sz="900"/>
              <a:t>Strictly Confidential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C3BA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5A3A537C-B8CC-4CE9-99BC-70DDDAFF03C3}"/>
              </a:ext>
            </a:extLst>
          </p:cNvPr>
          <p:cNvCxnSpPr>
            <a:cxnSpLocks/>
          </p:cNvCxnSpPr>
          <p:nvPr userDrawn="1"/>
        </p:nvCxnSpPr>
        <p:spPr>
          <a:xfrm flipV="1">
            <a:off x="490536" y="973380"/>
            <a:ext cx="8643632" cy="4174"/>
          </a:xfrm>
          <a:prstGeom prst="line">
            <a:avLst/>
          </a:prstGeom>
          <a:ln w="28575">
            <a:solidFill>
              <a:srgbClr val="1B3B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CCF3238A-B17D-4BB6-BBD8-A7347B06A3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9288" y="1455738"/>
            <a:ext cx="3942377" cy="4430712"/>
          </a:xfrm>
        </p:spPr>
        <p:txBody>
          <a:bodyPr/>
          <a:lstStyle>
            <a:lvl1pPr marL="172787" indent="-172787">
              <a:buFont typeface="Wingdings" panose="05000000000000000000" pitchFamily="2" charset="2"/>
              <a:buChar char="q"/>
              <a:defRPr sz="1600" baseline="0"/>
            </a:lvl1pPr>
            <a:lvl2pPr marL="914400" indent="-285750">
              <a:buFont typeface="Calibri" panose="020F0502020204030204" pitchFamily="34" charset="0"/>
              <a:buChar char="√"/>
              <a:defRPr lang="en-US" sz="1400" kern="1200" dirty="0" smtClean="0">
                <a:solidFill>
                  <a:srgbClr val="002060"/>
                </a:solidFill>
                <a:latin typeface="+mn-lt"/>
                <a:ea typeface="+mn-ea"/>
                <a:cs typeface="Arial" panose="020B0604020202020204" pitchFamily="34" charset="0"/>
                <a:sym typeface="Wingdings 2" pitchFamily="18" charset="2"/>
              </a:defRPr>
            </a:lvl2pPr>
            <a:lvl3pPr marL="532764" indent="-172787">
              <a:defRPr lang="en-US" sz="1400" b="0" i="0" u="none" strike="noStrike" kern="1200" cap="none" spc="0" baseline="0" dirty="0">
                <a:ln>
                  <a:noFill/>
                </a:ln>
                <a:solidFill>
                  <a:srgbClr val="002060"/>
                </a:solidFill>
                <a:uFillTx/>
                <a:latin typeface="+mn-lt"/>
                <a:ea typeface="+mn-ea"/>
                <a:cs typeface="Arial" panose="020B0604020202020204" pitchFamily="34" charset="0"/>
                <a:sym typeface="Wingdings 2" pitchFamily="18" charset="2"/>
              </a:defRPr>
            </a:lvl3pPr>
            <a:lvl4pPr>
              <a:defRPr lang="en-US" sz="1100" b="0" i="0" u="none" strike="noStrike" cap="none" spc="0" baseline="0" dirty="0">
                <a:ln>
                  <a:noFill/>
                </a:ln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marL="895350" marR="0" lvl="2" indent="-266700" algn="just" defTabSz="913358" rtl="0" fontAlgn="auto" latinLnBrk="0">
              <a:lnSpc>
                <a:spcPct val="80000"/>
              </a:lnSpc>
              <a:spcBef>
                <a:spcPts val="300"/>
              </a:spcBef>
              <a:spcAft>
                <a:spcPts val="300"/>
              </a:spcAft>
              <a:buClr>
                <a:srgbClr val="002060"/>
              </a:buClr>
              <a:buSzPct val="100000"/>
              <a:buFont typeface="Wingdings" panose="05000000000000000000" pitchFamily="2" charset="2"/>
              <a:buChar char="ü"/>
              <a:tabLst/>
              <a:defRPr/>
            </a:pPr>
            <a:r>
              <a:rPr lang="en-US"/>
              <a:t>Second level</a:t>
            </a:r>
          </a:p>
          <a:p>
            <a:pPr marL="532764" marR="0" lvl="3" indent="-172787" algn="l" defTabSz="913478" rtl="0" latinLnBrk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Char char="−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243F3758-10D4-4242-AEF1-136F750A94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30185" y="1455496"/>
            <a:ext cx="3942377" cy="4430712"/>
          </a:xfrm>
        </p:spPr>
        <p:txBody>
          <a:bodyPr/>
          <a:lstStyle>
            <a:lvl1pPr marL="172787" indent="-172787">
              <a:buFont typeface="Wingdings" panose="05000000000000000000" pitchFamily="2" charset="2"/>
              <a:buChar char="q"/>
              <a:defRPr sz="1600" baseline="0"/>
            </a:lvl1pPr>
            <a:lvl2pPr marL="914400" indent="-285750">
              <a:buFont typeface="Calibri" panose="020F0502020204030204" pitchFamily="34" charset="0"/>
              <a:buChar char="√"/>
              <a:defRPr lang="en-US" sz="1400" kern="1200" dirty="0" smtClean="0">
                <a:solidFill>
                  <a:srgbClr val="002060"/>
                </a:solidFill>
                <a:latin typeface="+mn-lt"/>
                <a:ea typeface="+mn-ea"/>
                <a:cs typeface="Arial" panose="020B0604020202020204" pitchFamily="34" charset="0"/>
                <a:sym typeface="Wingdings 2" pitchFamily="18" charset="2"/>
              </a:defRPr>
            </a:lvl2pPr>
            <a:lvl3pPr marL="532764" indent="-172787">
              <a:defRPr lang="en-US" sz="1400" b="0" i="0" u="none" strike="noStrike" kern="1200" cap="none" spc="0" baseline="0" dirty="0">
                <a:ln>
                  <a:noFill/>
                </a:ln>
                <a:solidFill>
                  <a:srgbClr val="002060"/>
                </a:solidFill>
                <a:uFillTx/>
                <a:latin typeface="+mn-lt"/>
                <a:ea typeface="+mn-ea"/>
                <a:cs typeface="Arial" panose="020B0604020202020204" pitchFamily="34" charset="0"/>
                <a:sym typeface="Wingdings 2" pitchFamily="18" charset="2"/>
              </a:defRPr>
            </a:lvl3pPr>
            <a:lvl4pPr>
              <a:defRPr lang="en-US" sz="1100" b="0" i="0" u="none" strike="noStrike" cap="none" spc="0" baseline="0" dirty="0">
                <a:ln>
                  <a:noFill/>
                </a:ln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marL="895350" marR="0" lvl="2" indent="-266700" algn="just" defTabSz="913358" rtl="0" fontAlgn="auto" latinLnBrk="0">
              <a:lnSpc>
                <a:spcPct val="80000"/>
              </a:lnSpc>
              <a:spcBef>
                <a:spcPts val="300"/>
              </a:spcBef>
              <a:spcAft>
                <a:spcPts val="300"/>
              </a:spcAft>
              <a:buClr>
                <a:srgbClr val="002060"/>
              </a:buClr>
              <a:buSzPct val="100000"/>
              <a:buFont typeface="Wingdings" panose="05000000000000000000" pitchFamily="2" charset="2"/>
              <a:buChar char="ü"/>
              <a:tabLst/>
              <a:defRPr/>
            </a:pPr>
            <a:r>
              <a:rPr lang="en-US"/>
              <a:t>Second level</a:t>
            </a:r>
          </a:p>
          <a:p>
            <a:pPr marL="532764" marR="0" lvl="3" indent="-172787" algn="l" defTabSz="913478" rtl="0" latinLnBrk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Char char="−"/>
              <a:tabLst/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29346A9-7750-4ECB-A9BE-83C1317458A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536" y="431175"/>
            <a:ext cx="8643937" cy="419100"/>
          </a:xfrm>
        </p:spPr>
        <p:txBody>
          <a:bodyPr/>
          <a:lstStyle>
            <a:lvl1pPr marL="0" indent="0">
              <a:buNone/>
              <a:defRPr lang="en-US" sz="2800" b="1" i="0" u="none" strike="noStrike" cap="none" spc="0" baseline="0" dirty="0" smtClean="0">
                <a:ln>
                  <a:noFill/>
                </a:ln>
                <a:solidFill>
                  <a:schemeClr val="tx1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lvl="0"/>
            <a:r>
              <a:rPr lang="en-US"/>
              <a:t>Edit Master text styles</a:t>
            </a:r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43731488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ictly Confidential"/>
          <p:cNvSpPr txBox="1"/>
          <p:nvPr/>
        </p:nvSpPr>
        <p:spPr>
          <a:xfrm>
            <a:off x="7175373" y="6292129"/>
            <a:ext cx="2196947" cy="2558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12" tIns="50812" rIns="50812" bIns="50812" anchor="ctr"/>
          <a:lstStyle>
            <a:lvl1pPr algn="r" defTabSz="825500">
              <a:lnSpc>
                <a:spcPct val="100000"/>
              </a:lnSpc>
              <a:defRPr sz="9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sz="900"/>
              <a:t>Strictly Confidential</a:t>
            </a:r>
          </a:p>
        </p:txBody>
      </p:sp>
      <p:pic>
        <p:nvPicPr>
          <p:cNvPr id="3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440" y="6326015"/>
            <a:ext cx="1365298" cy="188067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Title Text"/>
          <p:cNvSpPr txBox="1">
            <a:spLocks noGrp="1"/>
          </p:cNvSpPr>
          <p:nvPr>
            <p:ph type="title"/>
          </p:nvPr>
        </p:nvSpPr>
        <p:spPr>
          <a:xfrm>
            <a:off x="486093" y="2667916"/>
            <a:ext cx="8749665" cy="1508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64" tIns="45664" rIns="45664" bIns="45664" anchor="ctr"/>
          <a:lstStyle/>
          <a:p>
            <a:r>
              <a:t>Title Text</a:t>
            </a:r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9213519" y="318191"/>
            <a:ext cx="206788" cy="138499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defTabSz="825665">
              <a:lnSpc>
                <a:spcPct val="100000"/>
              </a:lnSpc>
              <a:defRPr sz="9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6" name="Body Level One…"/>
          <p:cNvSpPr txBox="1">
            <a:spLocks noGrp="1"/>
          </p:cNvSpPr>
          <p:nvPr>
            <p:ph type="body" idx="1"/>
          </p:nvPr>
        </p:nvSpPr>
        <p:spPr>
          <a:xfrm>
            <a:off x="486093" y="1600571"/>
            <a:ext cx="8749665" cy="5259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64" tIns="45664" rIns="45664" bIns="45664"/>
          <a:lstStyle/>
          <a:p>
            <a:pPr marL="172787" marR="0" lvl="0" indent="-172787" algn="l" defTabSz="913478" rtl="0" latinLnBrk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q"/>
              <a:tabLst/>
            </a:pPr>
            <a:r>
              <a:t>Body Level One</a:t>
            </a:r>
          </a:p>
          <a:p>
            <a:pPr marL="895350" marR="0" lvl="2" indent="-266700" algn="just" defTabSz="913358" rtl="0" eaLnBrk="1" fontAlgn="auto" latinLnBrk="0" hangingPunct="1">
              <a:lnSpc>
                <a:spcPct val="80000"/>
              </a:lnSpc>
              <a:spcBef>
                <a:spcPts val="300"/>
              </a:spcBef>
              <a:spcAft>
                <a:spcPts val="300"/>
              </a:spcAft>
              <a:buClr>
                <a:srgbClr val="002060"/>
              </a:buClr>
              <a:buSzPct val="100000"/>
              <a:buFont typeface="Wingdings" panose="05000000000000000000" pitchFamily="2" charset="2"/>
              <a:buChar char="ü"/>
              <a:tabLst/>
              <a:defRPr/>
            </a:pPr>
            <a:r>
              <a:t>Body Level Two</a:t>
            </a:r>
          </a:p>
          <a:p>
            <a:pPr lvl="3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  <p:extLst>
      <p:ext uri="{BB962C8B-B14F-4D97-AF65-F5344CB8AC3E}">
        <p14:creationId xmlns:p14="http://schemas.microsoft.com/office/powerpoint/2010/main" val="24100951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6593" r:id="rId1"/>
    <p:sldLayoutId id="2147486579" r:id="rId2"/>
    <p:sldLayoutId id="2147486583" r:id="rId3"/>
    <p:sldLayoutId id="2147486585" r:id="rId4"/>
  </p:sldLayoutIdLst>
  <p:transition spd="med"/>
  <p:hf sldNum="0" hdr="0" ftr="0" dt="0"/>
  <p:txStyles>
    <p:titleStyle>
      <a:lvl1pPr marL="0" marR="0" indent="0" algn="ctr" defTabSz="4128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01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LT Std Light"/>
          <a:ea typeface="Helvetica LT Std Light"/>
          <a:cs typeface="Helvetica LT Std Light"/>
          <a:sym typeface="Helvetica LT Std Light"/>
        </a:defRPr>
      </a:lvl1pPr>
      <a:lvl2pPr marL="0" marR="0" indent="0" algn="ctr" defTabSz="4128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01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LT Std Light"/>
          <a:ea typeface="Helvetica LT Std Light"/>
          <a:cs typeface="Helvetica LT Std Light"/>
          <a:sym typeface="Helvetica LT Std Light"/>
        </a:defRPr>
      </a:lvl2pPr>
      <a:lvl3pPr marL="0" marR="0" indent="0" algn="ctr" defTabSz="4128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01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LT Std Light"/>
          <a:ea typeface="Helvetica LT Std Light"/>
          <a:cs typeface="Helvetica LT Std Light"/>
          <a:sym typeface="Helvetica LT Std Light"/>
        </a:defRPr>
      </a:lvl3pPr>
      <a:lvl4pPr marL="0" marR="0" indent="0" algn="ctr" defTabSz="4128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01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LT Std Light"/>
          <a:ea typeface="Helvetica LT Std Light"/>
          <a:cs typeface="Helvetica LT Std Light"/>
          <a:sym typeface="Helvetica LT Std Light"/>
        </a:defRPr>
      </a:lvl4pPr>
      <a:lvl5pPr marL="0" marR="0" indent="0" algn="ctr" defTabSz="4128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01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LT Std Light"/>
          <a:ea typeface="Helvetica LT Std Light"/>
          <a:cs typeface="Helvetica LT Std Light"/>
          <a:sym typeface="Helvetica LT Std Light"/>
        </a:defRPr>
      </a:lvl5pPr>
      <a:lvl6pPr marL="0" marR="0" indent="0" algn="ctr" defTabSz="4128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01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LT Std Light"/>
          <a:ea typeface="Helvetica LT Std Light"/>
          <a:cs typeface="Helvetica LT Std Light"/>
          <a:sym typeface="Helvetica LT Std Light"/>
        </a:defRPr>
      </a:lvl6pPr>
      <a:lvl7pPr marL="0" marR="0" indent="0" algn="ctr" defTabSz="4128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01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LT Std Light"/>
          <a:ea typeface="Helvetica LT Std Light"/>
          <a:cs typeface="Helvetica LT Std Light"/>
          <a:sym typeface="Helvetica LT Std Light"/>
        </a:defRPr>
      </a:lvl7pPr>
      <a:lvl8pPr marL="0" marR="0" indent="0" algn="ctr" defTabSz="4128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01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LT Std Light"/>
          <a:ea typeface="Helvetica LT Std Light"/>
          <a:cs typeface="Helvetica LT Std Light"/>
          <a:sym typeface="Helvetica LT Std Light"/>
        </a:defRPr>
      </a:lvl8pPr>
      <a:lvl9pPr marL="0" marR="0" indent="0" algn="ctr" defTabSz="4128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01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LT Std Light"/>
          <a:ea typeface="Helvetica LT Std Light"/>
          <a:cs typeface="Helvetica LT Std Light"/>
          <a:sym typeface="Helvetica LT Std Light"/>
        </a:defRPr>
      </a:lvl9pPr>
    </p:titleStyle>
    <p:bodyStyle>
      <a:lvl1pPr marL="172787" marR="0" indent="-172787" algn="l" defTabSz="913478" rtl="0" latinLnBrk="0">
        <a:lnSpc>
          <a:spcPct val="100000"/>
        </a:lnSpc>
        <a:spcBef>
          <a:spcPts val="600"/>
        </a:spcBef>
        <a:spcAft>
          <a:spcPts val="0"/>
        </a:spcAft>
        <a:buClrTx/>
        <a:buSzPct val="100000"/>
        <a:buFontTx/>
        <a:buChar char="▪"/>
        <a:tabLst/>
        <a:defRPr sz="1600" b="0" i="0" u="none" strike="noStrike" cap="none" spc="0" baseline="0" dirty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349177" marR="0" indent="-172787" algn="l" defTabSz="913478" rtl="0" latinLnBrk="0">
        <a:lnSpc>
          <a:spcPct val="100000"/>
        </a:lnSpc>
        <a:spcBef>
          <a:spcPts val="600"/>
        </a:spcBef>
        <a:spcAft>
          <a:spcPts val="0"/>
        </a:spcAft>
        <a:buClrTx/>
        <a:buSzPct val="100000"/>
        <a:buFontTx/>
        <a:buChar char="−"/>
        <a:tabLst/>
        <a:defRPr sz="9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532764" marR="0" indent="-172787" algn="l" defTabSz="913478" rtl="0" latinLnBrk="0">
        <a:lnSpc>
          <a:spcPct val="100000"/>
        </a:lnSpc>
        <a:spcBef>
          <a:spcPts val="600"/>
        </a:spcBef>
        <a:spcAft>
          <a:spcPts val="0"/>
        </a:spcAft>
        <a:buClrTx/>
        <a:buSzPct val="100000"/>
        <a:buFontTx/>
        <a:buChar char="−"/>
        <a:tabLst/>
        <a:defRPr lang="en-US" sz="1400" b="0" i="0" u="none" strike="noStrike" kern="1200" cap="none" spc="0" baseline="0" dirty="0">
          <a:ln>
            <a:noFill/>
          </a:ln>
          <a:solidFill>
            <a:schemeClr val="tx1"/>
          </a:solidFill>
          <a:uFillTx/>
          <a:latin typeface="+mn-lt"/>
          <a:ea typeface="+mn-ea"/>
          <a:cs typeface="Arial" panose="020B0604020202020204" pitchFamily="34" charset="0"/>
          <a:sym typeface="Wingdings 2" pitchFamily="18" charset="2"/>
        </a:defRPr>
      </a:lvl3pPr>
      <a:lvl4pPr marL="532764" marR="0" indent="-172787" algn="l" defTabSz="913478" rtl="0" latinLnBrk="0">
        <a:lnSpc>
          <a:spcPct val="100000"/>
        </a:lnSpc>
        <a:spcBef>
          <a:spcPts val="600"/>
        </a:spcBef>
        <a:spcAft>
          <a:spcPts val="0"/>
        </a:spcAft>
        <a:buClrTx/>
        <a:buSzPct val="100000"/>
        <a:buFontTx/>
        <a:buChar char="−"/>
        <a:tabLst/>
        <a:defRPr sz="11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532764" marR="0" indent="-172787" algn="l" defTabSz="913478" rtl="0" latinLnBrk="0">
        <a:lnSpc>
          <a:spcPct val="100000"/>
        </a:lnSpc>
        <a:spcBef>
          <a:spcPts val="600"/>
        </a:spcBef>
        <a:spcAft>
          <a:spcPts val="0"/>
        </a:spcAft>
        <a:buClrTx/>
        <a:buSzPct val="100000"/>
        <a:buFontTx/>
        <a:buChar char="−"/>
        <a:tabLst/>
        <a:defRPr sz="9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386466" marR="0" indent="-102767" algn="l" defTabSz="913478" rtl="0" latinLnBrk="0">
        <a:lnSpc>
          <a:spcPct val="100000"/>
        </a:lnSpc>
        <a:spcBef>
          <a:spcPts val="600"/>
        </a:spcBef>
        <a:spcAft>
          <a:spcPts val="0"/>
        </a:spcAft>
        <a:buClrTx/>
        <a:buSzPct val="100000"/>
        <a:buFontTx/>
        <a:buChar char="•"/>
        <a:tabLst/>
        <a:defRPr sz="9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2843208" marR="0" indent="-102767" algn="l" defTabSz="913478" rtl="0" latinLnBrk="0">
        <a:lnSpc>
          <a:spcPct val="100000"/>
        </a:lnSpc>
        <a:spcBef>
          <a:spcPts val="600"/>
        </a:spcBef>
        <a:spcAft>
          <a:spcPts val="0"/>
        </a:spcAft>
        <a:buClrTx/>
        <a:buSzPct val="100000"/>
        <a:buFontTx/>
        <a:buChar char="•"/>
        <a:tabLst/>
        <a:defRPr sz="9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299948" marR="0" indent="-102767" algn="l" defTabSz="913478" rtl="0" latinLnBrk="0">
        <a:lnSpc>
          <a:spcPct val="100000"/>
        </a:lnSpc>
        <a:spcBef>
          <a:spcPts val="600"/>
        </a:spcBef>
        <a:spcAft>
          <a:spcPts val="0"/>
        </a:spcAft>
        <a:buClrTx/>
        <a:buSzPct val="100000"/>
        <a:buFontTx/>
        <a:buChar char="•"/>
        <a:tabLst/>
        <a:defRPr sz="9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3756688" marR="0" indent="-102767" algn="l" defTabSz="913478" rtl="0" latinLnBrk="0">
        <a:lnSpc>
          <a:spcPct val="100000"/>
        </a:lnSpc>
        <a:spcBef>
          <a:spcPts val="600"/>
        </a:spcBef>
        <a:spcAft>
          <a:spcPts val="0"/>
        </a:spcAft>
        <a:buClrTx/>
        <a:buSzPct val="100000"/>
        <a:buFontTx/>
        <a:buChar char="•"/>
        <a:tabLst/>
        <a:defRPr sz="9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l" defTabSz="82566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411168" algn="l" defTabSz="82566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822352" algn="l" defTabSz="82566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1233538" algn="l" defTabSz="82566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1644706" algn="l" defTabSz="82566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2055900" algn="l" defTabSz="82566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2467087" algn="l" defTabSz="82566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2878252" algn="l" defTabSz="82566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3289432" algn="l" defTabSz="82566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9.png"/><Relationship Id="rId4" Type="http://schemas.openxmlformats.org/officeDocument/2006/relationships/image" Target="../media/image12.jpe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26" Type="http://schemas.openxmlformats.org/officeDocument/2006/relationships/image" Target="../media/image40.png"/><Relationship Id="rId3" Type="http://schemas.openxmlformats.org/officeDocument/2006/relationships/image" Target="../media/image18.png"/><Relationship Id="rId21" Type="http://schemas.openxmlformats.org/officeDocument/2006/relationships/image" Target="../media/image9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5" Type="http://schemas.openxmlformats.org/officeDocument/2006/relationships/image" Target="../media/image39.jpeg"/><Relationship Id="rId2" Type="http://schemas.openxmlformats.org/officeDocument/2006/relationships/image" Target="../media/image17.png"/><Relationship Id="rId16" Type="http://schemas.openxmlformats.org/officeDocument/2006/relationships/image" Target="../media/image31.png"/><Relationship Id="rId20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24" Type="http://schemas.openxmlformats.org/officeDocument/2006/relationships/image" Target="../media/image38.jpe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23" Type="http://schemas.openxmlformats.org/officeDocument/2006/relationships/image" Target="../media/image37.jpeg"/><Relationship Id="rId10" Type="http://schemas.openxmlformats.org/officeDocument/2006/relationships/image" Target="../media/image25.png"/><Relationship Id="rId19" Type="http://schemas.openxmlformats.org/officeDocument/2006/relationships/image" Target="../media/image34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Relationship Id="rId22" Type="http://schemas.openxmlformats.org/officeDocument/2006/relationships/image" Target="../media/image3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28.png"/><Relationship Id="rId7" Type="http://schemas.openxmlformats.org/officeDocument/2006/relationships/image" Target="../media/image45.jpe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10" Type="http://schemas.openxmlformats.org/officeDocument/2006/relationships/image" Target="../media/image6.png"/><Relationship Id="rId4" Type="http://schemas.openxmlformats.org/officeDocument/2006/relationships/image" Target="../media/image42.png"/><Relationship Id="rId9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DE82A7-BD95-4595-8DEB-B64B30FB75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1436" y="256049"/>
            <a:ext cx="6972052" cy="1223430"/>
          </a:xfrm>
        </p:spPr>
        <p:txBody>
          <a:bodyPr/>
          <a:lstStyle/>
          <a:p>
            <a:r>
              <a:rPr lang="en-NZ" sz="3600"/>
              <a:t>Organization</a:t>
            </a:r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1835E731-127A-4564-B9A1-5CD7EB70328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2968" y="2099542"/>
            <a:ext cx="3035914" cy="2660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64608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">
            <a:extLst>
              <a:ext uri="{FF2B5EF4-FFF2-40B4-BE49-F238E27FC236}">
                <a16:creationId xmlns:a16="http://schemas.microsoft.com/office/drawing/2014/main" id="{E2C003DC-1FDE-70EE-9610-73B1481D5D67}"/>
              </a:ext>
            </a:extLst>
          </p:cNvPr>
          <p:cNvSpPr txBox="1">
            <a:spLocks/>
          </p:cNvSpPr>
          <p:nvPr/>
        </p:nvSpPr>
        <p:spPr>
          <a:xfrm>
            <a:off x="9091261" y="0"/>
            <a:ext cx="630588" cy="973380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700" kern="1200">
                <a:solidFill>
                  <a:srgbClr val="1C3BA0"/>
                </a:solidFill>
                <a:latin typeface="Arial" charset="0"/>
                <a:ea typeface="+mn-ea"/>
                <a:cs typeface="Arial" charset="0"/>
                <a:sym typeface="Wingdings 2" pitchFamily="18" charset="2"/>
              </a:defRPr>
            </a:lvl1pPr>
            <a:lvl2pPr marL="411086" algn="l" rtl="0" fontAlgn="base">
              <a:spcBef>
                <a:spcPct val="0"/>
              </a:spcBef>
              <a:spcAft>
                <a:spcPct val="0"/>
              </a:spcAft>
              <a:defRPr sz="2700" kern="1200">
                <a:solidFill>
                  <a:schemeClr val="bg1"/>
                </a:solidFill>
                <a:latin typeface="Arial" charset="0"/>
                <a:ea typeface="+mn-ea"/>
                <a:cs typeface="Arial" charset="0"/>
                <a:sym typeface="Wingdings 2" pitchFamily="18" charset="2"/>
              </a:defRPr>
            </a:lvl2pPr>
            <a:lvl3pPr marL="822189" algn="l" rtl="0" fontAlgn="base">
              <a:spcBef>
                <a:spcPct val="0"/>
              </a:spcBef>
              <a:spcAft>
                <a:spcPct val="0"/>
              </a:spcAft>
              <a:defRPr sz="2700" kern="1200">
                <a:solidFill>
                  <a:schemeClr val="bg1"/>
                </a:solidFill>
                <a:latin typeface="Arial" charset="0"/>
                <a:ea typeface="+mn-ea"/>
                <a:cs typeface="Arial" charset="0"/>
                <a:sym typeface="Wingdings 2" pitchFamily="18" charset="2"/>
              </a:defRPr>
            </a:lvl3pPr>
            <a:lvl4pPr marL="1233291" algn="l" rtl="0" fontAlgn="base">
              <a:spcBef>
                <a:spcPct val="0"/>
              </a:spcBef>
              <a:spcAft>
                <a:spcPct val="0"/>
              </a:spcAft>
              <a:defRPr sz="2700" kern="1200">
                <a:solidFill>
                  <a:schemeClr val="bg1"/>
                </a:solidFill>
                <a:latin typeface="Arial" charset="0"/>
                <a:ea typeface="+mn-ea"/>
                <a:cs typeface="Arial" charset="0"/>
                <a:sym typeface="Wingdings 2" pitchFamily="18" charset="2"/>
              </a:defRPr>
            </a:lvl4pPr>
            <a:lvl5pPr marL="1644378" algn="l" rtl="0" fontAlgn="base">
              <a:spcBef>
                <a:spcPct val="0"/>
              </a:spcBef>
              <a:spcAft>
                <a:spcPct val="0"/>
              </a:spcAft>
              <a:defRPr sz="2700" kern="1200">
                <a:solidFill>
                  <a:schemeClr val="bg1"/>
                </a:solidFill>
                <a:latin typeface="Arial" charset="0"/>
                <a:ea typeface="+mn-ea"/>
                <a:cs typeface="Arial" charset="0"/>
                <a:sym typeface="Wingdings 2" pitchFamily="18" charset="2"/>
              </a:defRPr>
            </a:lvl5pPr>
            <a:lvl6pPr marL="2055489" algn="l" defTabSz="822189" rtl="0" eaLnBrk="1" latinLnBrk="0" hangingPunct="1">
              <a:defRPr sz="2700" kern="1200">
                <a:solidFill>
                  <a:schemeClr val="bg1"/>
                </a:solidFill>
                <a:latin typeface="Arial" charset="0"/>
                <a:ea typeface="+mn-ea"/>
                <a:cs typeface="Arial" charset="0"/>
                <a:sym typeface="Wingdings 2" pitchFamily="18" charset="2"/>
              </a:defRPr>
            </a:lvl6pPr>
            <a:lvl7pPr marL="2466595" algn="l" defTabSz="822189" rtl="0" eaLnBrk="1" latinLnBrk="0" hangingPunct="1">
              <a:defRPr sz="2700" kern="1200">
                <a:solidFill>
                  <a:schemeClr val="bg1"/>
                </a:solidFill>
                <a:latin typeface="Arial" charset="0"/>
                <a:ea typeface="+mn-ea"/>
                <a:cs typeface="Arial" charset="0"/>
                <a:sym typeface="Wingdings 2" pitchFamily="18" charset="2"/>
              </a:defRPr>
            </a:lvl7pPr>
            <a:lvl8pPr marL="2877676" algn="l" defTabSz="822189" rtl="0" eaLnBrk="1" latinLnBrk="0" hangingPunct="1">
              <a:defRPr sz="2700" kern="1200">
                <a:solidFill>
                  <a:schemeClr val="bg1"/>
                </a:solidFill>
                <a:latin typeface="Arial" charset="0"/>
                <a:ea typeface="+mn-ea"/>
                <a:cs typeface="Arial" charset="0"/>
                <a:sym typeface="Wingdings 2" pitchFamily="18" charset="2"/>
              </a:defRPr>
            </a:lvl8pPr>
            <a:lvl9pPr marL="3288774" algn="l" defTabSz="822189" rtl="0" eaLnBrk="1" latinLnBrk="0" hangingPunct="1">
              <a:defRPr sz="2700" kern="1200">
                <a:solidFill>
                  <a:schemeClr val="bg1"/>
                </a:solidFill>
                <a:latin typeface="Arial" charset="0"/>
                <a:ea typeface="+mn-ea"/>
                <a:cs typeface="Arial" charset="0"/>
                <a:sym typeface="Wingdings 2" pitchFamily="18" charset="2"/>
              </a:defRPr>
            </a:lvl9pPr>
          </a:lstStyle>
          <a:p>
            <a:pPr algn="ctr"/>
            <a:fld id="{86CB4B4D-7CA3-9044-876B-883B54F8677D}" type="slidenum">
              <a:rPr lang="en-NZ" sz="2400" smtClean="0">
                <a:solidFill>
                  <a:schemeClr val="tx1"/>
                </a:solidFill>
                <a:latin typeface="+mn-lt"/>
              </a:rPr>
              <a:pPr algn="ctr"/>
              <a:t>2</a:t>
            </a:fld>
            <a:endParaRPr lang="en-NZ" sz="24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5C9BDF8-346E-2B5B-F97F-A71BB7B400EC}"/>
              </a:ext>
            </a:extLst>
          </p:cNvPr>
          <p:cNvSpPr txBox="1">
            <a:spLocks/>
          </p:cNvSpPr>
          <p:nvPr/>
        </p:nvSpPr>
        <p:spPr>
          <a:xfrm>
            <a:off x="361437" y="0"/>
            <a:ext cx="8654744" cy="973380"/>
          </a:xfrm>
          <a:prstGeom prst="rect">
            <a:avLst/>
          </a:prstGeom>
          <a:noFill/>
          <a:ln w="9525" cap="flat" cmpd="sng" algn="ctr">
            <a:noFill/>
            <a:prstDash val="solid"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64" tIns="45664" rIns="45664" bIns="45664" anchor="ctr" anchorCtr="0"/>
          <a:lstStyle>
            <a:lvl1pPr marL="0" marR="0" indent="0" algn="l" defTabSz="268288" rtl="0" latinLnBrk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lang="en-US" sz="2800" b="1" i="0" u="none" strike="noStrike" kern="0" cap="small" spc="0" baseline="0" dirty="0" smtClean="0">
                <a:ln>
                  <a:noFill/>
                </a:ln>
                <a:solidFill>
                  <a:srgbClr val="FFFFFF"/>
                </a:solidFill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Wingdings 2" pitchFamily="18" charset="2"/>
              </a:defRPr>
            </a:lvl1pPr>
            <a:lvl2pPr marL="349177" marR="0" indent="-172787" algn="l" defTabSz="913478" rtl="0" latinLnBrk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Char char="−"/>
              <a:tabLst/>
              <a:defRPr sz="9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532764" marR="0" indent="-172787" algn="l" defTabSz="913478" rtl="0" latinLnBrk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Char char="−"/>
              <a:tabLst/>
              <a:defRPr lang="en-US" sz="1400" b="0" i="0" u="none" strike="noStrike" kern="1200" cap="none" spc="0" baseline="0" dirty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Wingdings 2" pitchFamily="18" charset="2"/>
              </a:defRPr>
            </a:lvl3pPr>
            <a:lvl4pPr marL="532764" marR="0" indent="-172787" algn="l" defTabSz="913478" rtl="0" latinLnBrk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Char char="−"/>
              <a:tabLst/>
              <a:defRPr sz="11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532764" marR="0" indent="-172787" algn="l" defTabSz="913478" rtl="0" latinLnBrk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Char char="−"/>
              <a:tabLst/>
              <a:defRPr sz="9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2386466" marR="0" indent="-102767" algn="l" defTabSz="913478" rtl="0" latinLnBrk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9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2843208" marR="0" indent="-102767" algn="l" defTabSz="913478" rtl="0" latinLnBrk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9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3299948" marR="0" indent="-102767" algn="l" defTabSz="913478" rtl="0" latinLnBrk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9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3756688" marR="0" indent="-102767" algn="l" defTabSz="913478" rtl="0" latinLnBrk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9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fontAlgn="auto"/>
            <a:r>
              <a:rPr lang="en-NZ"/>
              <a:t>Our DNA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D98D1B-BCEF-3338-37BF-A7E2AD74551C}"/>
              </a:ext>
            </a:extLst>
          </p:cNvPr>
          <p:cNvSpPr txBox="1"/>
          <p:nvPr/>
        </p:nvSpPr>
        <p:spPr>
          <a:xfrm>
            <a:off x="361437" y="4022812"/>
            <a:ext cx="500042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65100" lvl="1" algn="just" defTabSz="1067219" fontAlgn="auto">
              <a:spcBef>
                <a:spcPts val="600"/>
              </a:spcBef>
              <a:spcAft>
                <a:spcPts val="300"/>
              </a:spcAft>
              <a:buClr>
                <a:prstClr val="black"/>
              </a:buClr>
              <a:buSzPct val="100000"/>
              <a:tabLst>
                <a:tab pos="3941763" algn="l"/>
              </a:tabLst>
              <a:defRPr/>
            </a:pPr>
            <a:r>
              <a:rPr lang="en-NZ" sz="1000" b="1" kern="0" cap="small">
                <a:solidFill>
                  <a:prstClr val="black"/>
                </a:solidFill>
                <a:highlight>
                  <a:srgbClr val="FFFFFF"/>
                </a:highlight>
                <a:latin typeface="+mn-lt"/>
                <a:cs typeface="Arial" panose="020B0604020202020204" pitchFamily="34" charset="0"/>
              </a:rPr>
              <a:t>Employee Value Proposition</a:t>
            </a:r>
          </a:p>
          <a:p>
            <a:pPr marL="444500" lvl="1" algn="just" defTabSz="913358" fontAlgn="auto">
              <a:spcBef>
                <a:spcPts val="600"/>
              </a:spcBef>
              <a:spcAft>
                <a:spcPts val="300"/>
              </a:spcAft>
              <a:buClr>
                <a:srgbClr val="002060"/>
              </a:buClr>
              <a:buSzPct val="100000"/>
              <a:tabLst>
                <a:tab pos="3941763" algn="l"/>
              </a:tabLst>
              <a:defRPr/>
            </a:pPr>
            <a:r>
              <a:rPr lang="en-US" sz="1000" kern="0">
                <a:solidFill>
                  <a:srgbClr val="002060"/>
                </a:solidFill>
                <a:latin typeface="+mn-lt"/>
                <a:cs typeface="Arial" panose="020B0604020202020204" pitchFamily="34" charset="0"/>
              </a:rPr>
              <a:t>Participate to unique, strategic, exciting infrastructure projects in the digital world.</a:t>
            </a:r>
          </a:p>
          <a:p>
            <a:pPr marL="444500" lvl="1" algn="just" defTabSz="913358" fontAlgn="auto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rgbClr val="002060"/>
              </a:buClr>
              <a:buSzPct val="100000"/>
              <a:tabLst>
                <a:tab pos="3941763" algn="l"/>
              </a:tabLst>
              <a:defRPr/>
            </a:pPr>
            <a:r>
              <a:rPr lang="en-US" sz="1000" kern="0">
                <a:solidFill>
                  <a:srgbClr val="002060"/>
                </a:solidFill>
                <a:latin typeface="+mn-lt"/>
                <a:cs typeface="Arial" panose="020B0604020202020204" pitchFamily="34" charset="0"/>
              </a:rPr>
              <a:t>Agile and innovative start-up DNA, supported by a robust global business (BW Group)</a:t>
            </a:r>
          </a:p>
          <a:p>
            <a:pPr marL="444500" lvl="1" algn="just" defTabSz="913358" fontAlgn="auto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rgbClr val="002060"/>
              </a:buClr>
              <a:buSzPct val="100000"/>
              <a:tabLst>
                <a:tab pos="3941763" algn="l"/>
              </a:tabLst>
              <a:defRPr/>
            </a:pPr>
            <a:r>
              <a:rPr lang="en-US" sz="1000" kern="0">
                <a:solidFill>
                  <a:srgbClr val="002060"/>
                </a:solidFill>
                <a:latin typeface="+mn-lt"/>
                <a:cs typeface="Arial" panose="020B0604020202020204" pitchFamily="34" charset="0"/>
              </a:rPr>
              <a:t>Learning and growing opportunities, accountability, life balance, diversity &amp; collaboration</a:t>
            </a:r>
          </a:p>
          <a:p>
            <a:pPr marL="444500" lvl="1" algn="just" defTabSz="913358" fontAlgn="auto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rgbClr val="002060"/>
              </a:buClr>
              <a:buSzPct val="100000"/>
              <a:tabLst>
                <a:tab pos="3941763" algn="l"/>
              </a:tabLst>
              <a:defRPr/>
            </a:pPr>
            <a:r>
              <a:rPr lang="en-US" sz="1000" kern="0">
                <a:solidFill>
                  <a:srgbClr val="002060"/>
                </a:solidFill>
                <a:latin typeface="+mn-lt"/>
                <a:cs typeface="Arial" panose="020B0604020202020204" pitchFamily="34" charset="0"/>
              </a:rPr>
              <a:t>Impactful and part of the decarbonizing effort of BW Group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1114A94-A872-FDA6-1A6C-D7B46335C5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7977360"/>
              </p:ext>
            </p:extLst>
          </p:nvPr>
        </p:nvGraphicFramePr>
        <p:xfrm>
          <a:off x="5976568" y="1566404"/>
          <a:ext cx="3527673" cy="4668063"/>
        </p:xfrm>
        <a:graphic>
          <a:graphicData uri="http://schemas.openxmlformats.org/drawingml/2006/table">
            <a:tbl>
              <a:tblPr/>
              <a:tblGrid>
                <a:gridCol w="3527673">
                  <a:extLst>
                    <a:ext uri="{9D8B030D-6E8A-4147-A177-3AD203B41FA5}">
                      <a16:colId xmlns:a16="http://schemas.microsoft.com/office/drawing/2014/main" val="4106861287"/>
                    </a:ext>
                  </a:extLst>
                </a:gridCol>
              </a:tblGrid>
              <a:tr h="31423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NZ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Our Values </a:t>
                      </a:r>
                    </a:p>
                  </a:txBody>
                  <a:tcPr marL="5554" marR="5554" marT="55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1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1123225"/>
                  </a:ext>
                </a:extLst>
              </a:tr>
              <a:tr h="123719">
                <a:tc>
                  <a:txBody>
                    <a:bodyPr/>
                    <a:lstStyle/>
                    <a:p>
                      <a:pPr algn="l" rtl="0" fontAlgn="ctr"/>
                      <a:r>
                        <a:rPr lang="en-NZ" sz="900" b="1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Quality</a:t>
                      </a:r>
                    </a:p>
                  </a:txBody>
                  <a:tcPr marL="83306" marR="5554" marT="55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9C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84797"/>
                  </a:ext>
                </a:extLst>
              </a:tr>
              <a:tr h="78071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 plan, organize, make the extra effort and preparation.</a:t>
                      </a:r>
                    </a:p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 learn from my mistakes and document my learnings.</a:t>
                      </a:r>
                    </a:p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 deliver on time and on quality.</a:t>
                      </a:r>
                    </a:p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 seek information to make decisions and solve problems.</a:t>
                      </a:r>
                    </a:p>
                  </a:txBody>
                  <a:tcPr marL="166612" marR="5554" marT="55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6931774"/>
                  </a:ext>
                </a:extLst>
              </a:tr>
              <a:tr h="123719">
                <a:tc>
                  <a:txBody>
                    <a:bodyPr/>
                    <a:lstStyle/>
                    <a:p>
                      <a:pPr marL="0" marR="0" indent="0" algn="l" defTabSz="825665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NZ" sz="900" b="1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Helvetica"/>
                        </a:rPr>
                        <a:t>Innovation</a:t>
                      </a:r>
                    </a:p>
                  </a:txBody>
                  <a:tcPr marL="83306" marR="5554" marT="55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9C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5552518"/>
                  </a:ext>
                </a:extLst>
              </a:tr>
              <a:tr h="952658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 explore innovation in the market, and I use tools and techniques to explore new ideas.</a:t>
                      </a:r>
                    </a:p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 adapt to changing environments.</a:t>
                      </a:r>
                    </a:p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 engage in and suggest innovative ways of working (continuous improvement)</a:t>
                      </a:r>
                    </a:p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 am self aware, open minded, continuously identifying opportunities for skill growth.</a:t>
                      </a:r>
                    </a:p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66612" marR="5554" marT="55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5306589"/>
                  </a:ext>
                </a:extLst>
              </a:tr>
              <a:tr h="123719">
                <a:tc>
                  <a:txBody>
                    <a:bodyPr/>
                    <a:lstStyle/>
                    <a:p>
                      <a:pPr algn="l" rtl="0" fontAlgn="ctr"/>
                      <a:r>
                        <a:rPr lang="en-NZ" sz="900" b="1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Collaboration</a:t>
                      </a:r>
                    </a:p>
                  </a:txBody>
                  <a:tcPr marL="83306" marR="5554" marT="55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9C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093963"/>
                  </a:ext>
                </a:extLst>
              </a:tr>
              <a:tr h="98154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 work together to solve clients challenges and call on others to contribute.</a:t>
                      </a:r>
                    </a:p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 empower my colleagues in their work.</a:t>
                      </a:r>
                    </a:p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 respect the views of others and recognizes the impact of self on team culture.</a:t>
                      </a:r>
                    </a:p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 communicate in a timely and effective manner.</a:t>
                      </a:r>
                    </a:p>
                  </a:txBody>
                  <a:tcPr marL="166612" marR="5554" marT="55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6989433"/>
                  </a:ext>
                </a:extLst>
              </a:tr>
              <a:tr h="123719">
                <a:tc>
                  <a:txBody>
                    <a:bodyPr/>
                    <a:lstStyle/>
                    <a:p>
                      <a:pPr algn="l" rtl="0" fontAlgn="ctr"/>
                      <a:r>
                        <a:rPr lang="en-NZ" sz="900" b="1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Customer centricity</a:t>
                      </a:r>
                    </a:p>
                  </a:txBody>
                  <a:tcPr marL="83306" marR="5554" marT="55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9C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991559"/>
                  </a:ext>
                </a:extLst>
              </a:tr>
              <a:tr h="78071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 continuously listen to my clients, understand their needs, and respond consistently in a timely manner.</a:t>
                      </a:r>
                    </a:p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 think outside the box to support customers.</a:t>
                      </a:r>
                    </a:p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 deliver outstanding customer experiences.</a:t>
                      </a:r>
                    </a:p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 proactively anticipate customer needs.</a:t>
                      </a:r>
                    </a:p>
                  </a:txBody>
                  <a:tcPr marL="166612" marR="5554" marT="55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8868016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4937599-8CAF-7C2E-2453-56550F0CAE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467017"/>
              </p:ext>
            </p:extLst>
          </p:nvPr>
        </p:nvGraphicFramePr>
        <p:xfrm>
          <a:off x="599271" y="1566401"/>
          <a:ext cx="4785805" cy="1863390"/>
        </p:xfrm>
        <a:graphic>
          <a:graphicData uri="http://schemas.openxmlformats.org/drawingml/2006/table">
            <a:tbl>
              <a:tblPr/>
              <a:tblGrid>
                <a:gridCol w="1013660">
                  <a:extLst>
                    <a:ext uri="{9D8B030D-6E8A-4147-A177-3AD203B41FA5}">
                      <a16:colId xmlns:a16="http://schemas.microsoft.com/office/drawing/2014/main" val="921281951"/>
                    </a:ext>
                  </a:extLst>
                </a:gridCol>
                <a:gridCol w="3772145">
                  <a:extLst>
                    <a:ext uri="{9D8B030D-6E8A-4147-A177-3AD203B41FA5}">
                      <a16:colId xmlns:a16="http://schemas.microsoft.com/office/drawing/2014/main" val="1008894866"/>
                    </a:ext>
                  </a:extLst>
                </a:gridCol>
              </a:tblGrid>
              <a:tr h="621130">
                <a:tc>
                  <a:txBody>
                    <a:bodyPr/>
                    <a:lstStyle/>
                    <a:p>
                      <a:pPr algn="ctr" fontAlgn="ctr"/>
                      <a:r>
                        <a:rPr lang="en-NZ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Our Vision</a:t>
                      </a:r>
                    </a:p>
                  </a:txBody>
                  <a:tcPr marL="5449" marR="5449" marT="54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 connect countries across oceans sustainably</a:t>
                      </a:r>
                    </a:p>
                  </a:txBody>
                  <a:tcPr marL="5449" marR="5449" marT="54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5878879"/>
                  </a:ext>
                </a:extLst>
              </a:tr>
              <a:tr h="621130">
                <a:tc>
                  <a:txBody>
                    <a:bodyPr/>
                    <a:lstStyle/>
                    <a:p>
                      <a:pPr algn="ctr" fontAlgn="ctr"/>
                      <a:r>
                        <a:rPr lang="en-NZ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Our Mission </a:t>
                      </a:r>
                    </a:p>
                  </a:txBody>
                  <a:tcPr marL="5449" marR="5449" marT="54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 develop, fund and operate digital infrastructures in the Asia-Pacific region</a:t>
                      </a:r>
                    </a:p>
                  </a:txBody>
                  <a:tcPr marL="5449" marR="5449" marT="54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5626711"/>
                  </a:ext>
                </a:extLst>
              </a:tr>
              <a:tr h="621130">
                <a:tc>
                  <a:txBody>
                    <a:bodyPr/>
                    <a:lstStyle/>
                    <a:p>
                      <a:pPr algn="ctr" fontAlgn="ctr"/>
                      <a:r>
                        <a:rPr lang="en-NZ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Our Values</a:t>
                      </a:r>
                    </a:p>
                  </a:txBody>
                  <a:tcPr marL="5449" marR="5449" marT="54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Quality, Innovation, Collaboration, Customer centricity</a:t>
                      </a:r>
                    </a:p>
                  </a:txBody>
                  <a:tcPr marL="5449" marR="5449" marT="54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56205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9856521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">
            <a:extLst>
              <a:ext uri="{FF2B5EF4-FFF2-40B4-BE49-F238E27FC236}">
                <a16:creationId xmlns:a16="http://schemas.microsoft.com/office/drawing/2014/main" id="{E2C003DC-1FDE-70EE-9610-73B1481D5D67}"/>
              </a:ext>
            </a:extLst>
          </p:cNvPr>
          <p:cNvSpPr txBox="1">
            <a:spLocks/>
          </p:cNvSpPr>
          <p:nvPr/>
        </p:nvSpPr>
        <p:spPr>
          <a:xfrm>
            <a:off x="9091261" y="0"/>
            <a:ext cx="630588" cy="973380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700" kern="1200">
                <a:solidFill>
                  <a:srgbClr val="1C3BA0"/>
                </a:solidFill>
                <a:latin typeface="Arial" charset="0"/>
                <a:ea typeface="+mn-ea"/>
                <a:cs typeface="Arial" charset="0"/>
                <a:sym typeface="Wingdings 2" pitchFamily="18" charset="2"/>
              </a:defRPr>
            </a:lvl1pPr>
            <a:lvl2pPr marL="411086" algn="l" rtl="0" fontAlgn="base">
              <a:spcBef>
                <a:spcPct val="0"/>
              </a:spcBef>
              <a:spcAft>
                <a:spcPct val="0"/>
              </a:spcAft>
              <a:defRPr sz="2700" kern="1200">
                <a:solidFill>
                  <a:schemeClr val="bg1"/>
                </a:solidFill>
                <a:latin typeface="Arial" charset="0"/>
                <a:ea typeface="+mn-ea"/>
                <a:cs typeface="Arial" charset="0"/>
                <a:sym typeface="Wingdings 2" pitchFamily="18" charset="2"/>
              </a:defRPr>
            </a:lvl2pPr>
            <a:lvl3pPr marL="822189" algn="l" rtl="0" fontAlgn="base">
              <a:spcBef>
                <a:spcPct val="0"/>
              </a:spcBef>
              <a:spcAft>
                <a:spcPct val="0"/>
              </a:spcAft>
              <a:defRPr sz="2700" kern="1200">
                <a:solidFill>
                  <a:schemeClr val="bg1"/>
                </a:solidFill>
                <a:latin typeface="Arial" charset="0"/>
                <a:ea typeface="+mn-ea"/>
                <a:cs typeface="Arial" charset="0"/>
                <a:sym typeface="Wingdings 2" pitchFamily="18" charset="2"/>
              </a:defRPr>
            </a:lvl3pPr>
            <a:lvl4pPr marL="1233291" algn="l" rtl="0" fontAlgn="base">
              <a:spcBef>
                <a:spcPct val="0"/>
              </a:spcBef>
              <a:spcAft>
                <a:spcPct val="0"/>
              </a:spcAft>
              <a:defRPr sz="2700" kern="1200">
                <a:solidFill>
                  <a:schemeClr val="bg1"/>
                </a:solidFill>
                <a:latin typeface="Arial" charset="0"/>
                <a:ea typeface="+mn-ea"/>
                <a:cs typeface="Arial" charset="0"/>
                <a:sym typeface="Wingdings 2" pitchFamily="18" charset="2"/>
              </a:defRPr>
            </a:lvl4pPr>
            <a:lvl5pPr marL="1644378" algn="l" rtl="0" fontAlgn="base">
              <a:spcBef>
                <a:spcPct val="0"/>
              </a:spcBef>
              <a:spcAft>
                <a:spcPct val="0"/>
              </a:spcAft>
              <a:defRPr sz="2700" kern="1200">
                <a:solidFill>
                  <a:schemeClr val="bg1"/>
                </a:solidFill>
                <a:latin typeface="Arial" charset="0"/>
                <a:ea typeface="+mn-ea"/>
                <a:cs typeface="Arial" charset="0"/>
                <a:sym typeface="Wingdings 2" pitchFamily="18" charset="2"/>
              </a:defRPr>
            </a:lvl5pPr>
            <a:lvl6pPr marL="2055489" algn="l" defTabSz="822189" rtl="0" eaLnBrk="1" latinLnBrk="0" hangingPunct="1">
              <a:defRPr sz="2700" kern="1200">
                <a:solidFill>
                  <a:schemeClr val="bg1"/>
                </a:solidFill>
                <a:latin typeface="Arial" charset="0"/>
                <a:ea typeface="+mn-ea"/>
                <a:cs typeface="Arial" charset="0"/>
                <a:sym typeface="Wingdings 2" pitchFamily="18" charset="2"/>
              </a:defRPr>
            </a:lvl6pPr>
            <a:lvl7pPr marL="2466595" algn="l" defTabSz="822189" rtl="0" eaLnBrk="1" latinLnBrk="0" hangingPunct="1">
              <a:defRPr sz="2700" kern="1200">
                <a:solidFill>
                  <a:schemeClr val="bg1"/>
                </a:solidFill>
                <a:latin typeface="Arial" charset="0"/>
                <a:ea typeface="+mn-ea"/>
                <a:cs typeface="Arial" charset="0"/>
                <a:sym typeface="Wingdings 2" pitchFamily="18" charset="2"/>
              </a:defRPr>
            </a:lvl7pPr>
            <a:lvl8pPr marL="2877676" algn="l" defTabSz="822189" rtl="0" eaLnBrk="1" latinLnBrk="0" hangingPunct="1">
              <a:defRPr sz="2700" kern="1200">
                <a:solidFill>
                  <a:schemeClr val="bg1"/>
                </a:solidFill>
                <a:latin typeface="Arial" charset="0"/>
                <a:ea typeface="+mn-ea"/>
                <a:cs typeface="Arial" charset="0"/>
                <a:sym typeface="Wingdings 2" pitchFamily="18" charset="2"/>
              </a:defRPr>
            </a:lvl8pPr>
            <a:lvl9pPr marL="3288774" algn="l" defTabSz="822189" rtl="0" eaLnBrk="1" latinLnBrk="0" hangingPunct="1">
              <a:defRPr sz="2700" kern="1200">
                <a:solidFill>
                  <a:schemeClr val="bg1"/>
                </a:solidFill>
                <a:latin typeface="Arial" charset="0"/>
                <a:ea typeface="+mn-ea"/>
                <a:cs typeface="Arial" charset="0"/>
                <a:sym typeface="Wingdings 2" pitchFamily="18" charset="2"/>
              </a:defRPr>
            </a:lvl9pPr>
          </a:lstStyle>
          <a:p>
            <a:pPr algn="ctr"/>
            <a:fld id="{86CB4B4D-7CA3-9044-876B-883B54F8677D}" type="slidenum">
              <a:rPr lang="en-NZ" sz="2400" smtClean="0">
                <a:solidFill>
                  <a:schemeClr val="tx1"/>
                </a:solidFill>
                <a:latin typeface="+mn-lt"/>
              </a:rPr>
              <a:pPr algn="ctr"/>
              <a:t>3</a:t>
            </a:fld>
            <a:endParaRPr lang="en-NZ" sz="24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5C9BDF8-346E-2B5B-F97F-A71BB7B400EC}"/>
              </a:ext>
            </a:extLst>
          </p:cNvPr>
          <p:cNvSpPr txBox="1">
            <a:spLocks/>
          </p:cNvSpPr>
          <p:nvPr/>
        </p:nvSpPr>
        <p:spPr>
          <a:xfrm>
            <a:off x="361437" y="0"/>
            <a:ext cx="8654744" cy="973380"/>
          </a:xfrm>
          <a:prstGeom prst="rect">
            <a:avLst/>
          </a:prstGeom>
          <a:noFill/>
          <a:ln w="9525" cap="flat" cmpd="sng" algn="ctr">
            <a:noFill/>
            <a:prstDash val="solid"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64" tIns="45664" rIns="45664" bIns="45664" anchor="ctr" anchorCtr="0"/>
          <a:lstStyle>
            <a:lvl1pPr marL="0" marR="0" indent="0" algn="l" defTabSz="268288" rtl="0" latinLnBrk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lang="en-US" sz="2800" b="1" i="0" u="none" strike="noStrike" kern="0" cap="small" spc="0" baseline="0" dirty="0" smtClean="0">
                <a:ln>
                  <a:noFill/>
                </a:ln>
                <a:solidFill>
                  <a:srgbClr val="FFFFFF"/>
                </a:solidFill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Wingdings 2" pitchFamily="18" charset="2"/>
              </a:defRPr>
            </a:lvl1pPr>
            <a:lvl2pPr marL="349177" marR="0" indent="-172787" algn="l" defTabSz="913478" rtl="0" latinLnBrk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Char char="−"/>
              <a:tabLst/>
              <a:defRPr sz="9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532764" marR="0" indent="-172787" algn="l" defTabSz="913478" rtl="0" latinLnBrk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Char char="−"/>
              <a:tabLst/>
              <a:defRPr lang="en-US" sz="1400" b="0" i="0" u="none" strike="noStrike" kern="1200" cap="none" spc="0" baseline="0" dirty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Wingdings 2" pitchFamily="18" charset="2"/>
              </a:defRPr>
            </a:lvl3pPr>
            <a:lvl4pPr marL="532764" marR="0" indent="-172787" algn="l" defTabSz="913478" rtl="0" latinLnBrk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Char char="−"/>
              <a:tabLst/>
              <a:defRPr sz="11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532764" marR="0" indent="-172787" algn="l" defTabSz="913478" rtl="0" latinLnBrk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Char char="−"/>
              <a:tabLst/>
              <a:defRPr sz="9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2386466" marR="0" indent="-102767" algn="l" defTabSz="913478" rtl="0" latinLnBrk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9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2843208" marR="0" indent="-102767" algn="l" defTabSz="913478" rtl="0" latinLnBrk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9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3299948" marR="0" indent="-102767" algn="l" defTabSz="913478" rtl="0" latinLnBrk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9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3756688" marR="0" indent="-102767" algn="l" defTabSz="913478" rtl="0" latinLnBrk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9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fontAlgn="auto"/>
            <a:r>
              <a:rPr lang="en-NZ"/>
              <a:t>New organisation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FA40F5CA-69D7-29EA-85BF-900E0303D089}"/>
              </a:ext>
            </a:extLst>
          </p:cNvPr>
          <p:cNvSpPr txBox="1">
            <a:spLocks/>
          </p:cNvSpPr>
          <p:nvPr/>
        </p:nvSpPr>
        <p:spPr>
          <a:xfrm>
            <a:off x="820799" y="1438554"/>
            <a:ext cx="8055398" cy="495108"/>
          </a:xfrm>
          <a:prstGeom prst="rect">
            <a:avLst/>
          </a:prstGeom>
        </p:spPr>
        <p:txBody>
          <a:bodyPr wrap="square" lIns="108000" tIns="108000" rIns="108000" bIns="108000">
            <a:spAutoFit/>
          </a:bodyPr>
          <a:lstStyle>
            <a:lvl1pPr marL="172765" indent="-172765" algn="l" defTabSz="913358" rtl="0" eaLnBrk="1" latinLnBrk="0" hangingPunct="1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900" b="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49131" indent="-172765" algn="l" defTabSz="913358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−"/>
              <a:defRPr sz="900" b="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532693" indent="-172765" algn="l" defTabSz="913358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−"/>
              <a:defRPr sz="9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532693" indent="-172765" algn="l" defTabSz="913358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−"/>
              <a:defRPr sz="9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532693" indent="-172765" algn="l" defTabSz="913358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−"/>
              <a:defRPr sz="9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1737" indent="-228341" algn="l" defTabSz="91335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8418" indent="-228341" algn="l" defTabSz="91335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5097" indent="-228341" algn="l" defTabSz="91335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1776" indent="-228341" algn="l" defTabSz="91335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4500" lvl="1" indent="-279400" algn="just" defTabSz="1067219" fontAlgn="auto">
              <a:spcBef>
                <a:spcPts val="300"/>
              </a:spcBef>
              <a:buClr>
                <a:prstClr val="black"/>
              </a:buClr>
              <a:buSzPct val="100000"/>
              <a:buFont typeface="Wingdings" panose="05000000000000000000" pitchFamily="2" charset="2"/>
              <a:buChar char="q"/>
              <a:tabLst>
                <a:tab pos="3941763" algn="l"/>
              </a:tabLst>
              <a:defRPr/>
            </a:pPr>
            <a:r>
              <a:rPr lang="en-NZ" sz="1800" b="1" kern="0" cap="small">
                <a:solidFill>
                  <a:prstClr val="black"/>
                </a:solidFill>
                <a:latin typeface="+mn-lt"/>
                <a:cs typeface="Arial" panose="020B0604020202020204" pitchFamily="34" charset="0"/>
              </a:rPr>
              <a:t>Management team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9F52EB82-E4BC-DDFB-8AA5-8053F2870E47}"/>
              </a:ext>
            </a:extLst>
          </p:cNvPr>
          <p:cNvGrpSpPr/>
          <p:nvPr/>
        </p:nvGrpSpPr>
        <p:grpSpPr>
          <a:xfrm>
            <a:off x="1913405" y="2059619"/>
            <a:ext cx="5895040" cy="2434358"/>
            <a:chOff x="1824608" y="3212080"/>
            <a:chExt cx="5895040" cy="1183925"/>
          </a:xfrm>
        </p:grpSpPr>
        <p:cxnSp>
          <p:nvCxnSpPr>
            <p:cNvPr id="34" name="Connecteur droit 84">
              <a:extLst>
                <a:ext uri="{FF2B5EF4-FFF2-40B4-BE49-F238E27FC236}">
                  <a16:creationId xmlns:a16="http://schemas.microsoft.com/office/drawing/2014/main" id="{55DDD0A3-E04D-E0DA-9854-E86BC31BAFAB}"/>
                </a:ext>
              </a:extLst>
            </p:cNvPr>
            <p:cNvCxnSpPr>
              <a:cxnSpLocks/>
            </p:cNvCxnSpPr>
            <p:nvPr/>
          </p:nvCxnSpPr>
          <p:spPr>
            <a:xfrm>
              <a:off x="4484296" y="3322850"/>
              <a:ext cx="926567" cy="0"/>
            </a:xfrm>
            <a:prstGeom prst="line">
              <a:avLst/>
            </a:prstGeom>
            <a:ln w="25400">
              <a:solidFill>
                <a:schemeClr val="tx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eur droit 84">
              <a:extLst>
                <a:ext uri="{FF2B5EF4-FFF2-40B4-BE49-F238E27FC236}">
                  <a16:creationId xmlns:a16="http://schemas.microsoft.com/office/drawing/2014/main" id="{6AD2DEE7-B5FF-D19F-024B-65BCBC01DF42}"/>
                </a:ext>
              </a:extLst>
            </p:cNvPr>
            <p:cNvCxnSpPr>
              <a:cxnSpLocks/>
            </p:cNvCxnSpPr>
            <p:nvPr/>
          </p:nvCxnSpPr>
          <p:spPr>
            <a:xfrm>
              <a:off x="2511747" y="3849728"/>
              <a:ext cx="4601602" cy="0"/>
            </a:xfrm>
            <a:prstGeom prst="line">
              <a:avLst/>
            </a:prstGeom>
            <a:ln w="25400">
              <a:solidFill>
                <a:schemeClr val="tx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cteur droit 21">
              <a:extLst>
                <a:ext uri="{FF2B5EF4-FFF2-40B4-BE49-F238E27FC236}">
                  <a16:creationId xmlns:a16="http://schemas.microsoft.com/office/drawing/2014/main" id="{44F37A2A-AE71-FD72-60AA-3847131EE895}"/>
                </a:ext>
              </a:extLst>
            </p:cNvPr>
            <p:cNvCxnSpPr>
              <a:cxnSpLocks/>
            </p:cNvCxnSpPr>
            <p:nvPr/>
          </p:nvCxnSpPr>
          <p:spPr>
            <a:xfrm>
              <a:off x="2515319" y="3850190"/>
              <a:ext cx="0" cy="244034"/>
            </a:xfrm>
            <a:prstGeom prst="line">
              <a:avLst/>
            </a:prstGeom>
            <a:ln w="25400">
              <a:solidFill>
                <a:schemeClr val="tx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cteur droit 21">
              <a:extLst>
                <a:ext uri="{FF2B5EF4-FFF2-40B4-BE49-F238E27FC236}">
                  <a16:creationId xmlns:a16="http://schemas.microsoft.com/office/drawing/2014/main" id="{967D900F-0AEA-A8F8-C6B0-7365BCEBCB76}"/>
                </a:ext>
              </a:extLst>
            </p:cNvPr>
            <p:cNvCxnSpPr>
              <a:cxnSpLocks/>
            </p:cNvCxnSpPr>
            <p:nvPr/>
          </p:nvCxnSpPr>
          <p:spPr>
            <a:xfrm>
              <a:off x="4066528" y="3853418"/>
              <a:ext cx="0" cy="281714"/>
            </a:xfrm>
            <a:prstGeom prst="line">
              <a:avLst/>
            </a:prstGeom>
            <a:ln w="25400">
              <a:solidFill>
                <a:schemeClr val="tx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cteur droit 21">
              <a:extLst>
                <a:ext uri="{FF2B5EF4-FFF2-40B4-BE49-F238E27FC236}">
                  <a16:creationId xmlns:a16="http://schemas.microsoft.com/office/drawing/2014/main" id="{7B6C1610-925C-BC53-8E04-F1B4863A72E7}"/>
                </a:ext>
              </a:extLst>
            </p:cNvPr>
            <p:cNvCxnSpPr>
              <a:cxnSpLocks/>
            </p:cNvCxnSpPr>
            <p:nvPr/>
          </p:nvCxnSpPr>
          <p:spPr>
            <a:xfrm>
              <a:off x="7113349" y="3843378"/>
              <a:ext cx="0" cy="428699"/>
            </a:xfrm>
            <a:prstGeom prst="line">
              <a:avLst/>
            </a:prstGeom>
            <a:ln w="25400">
              <a:solidFill>
                <a:schemeClr val="tx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cteur droit 21">
              <a:extLst>
                <a:ext uri="{FF2B5EF4-FFF2-40B4-BE49-F238E27FC236}">
                  <a16:creationId xmlns:a16="http://schemas.microsoft.com/office/drawing/2014/main" id="{907364D2-F0A8-094F-6B67-9170DEAE897B}"/>
                </a:ext>
              </a:extLst>
            </p:cNvPr>
            <p:cNvCxnSpPr>
              <a:cxnSpLocks/>
            </p:cNvCxnSpPr>
            <p:nvPr/>
          </p:nvCxnSpPr>
          <p:spPr>
            <a:xfrm>
              <a:off x="4846932" y="3529440"/>
              <a:ext cx="0" cy="314179"/>
            </a:xfrm>
            <a:prstGeom prst="line">
              <a:avLst/>
            </a:prstGeom>
            <a:ln w="25400">
              <a:solidFill>
                <a:schemeClr val="tx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2F1755AD-7F45-35CA-7D26-6A82749E272D}"/>
                </a:ext>
              </a:extLst>
            </p:cNvPr>
            <p:cNvSpPr/>
            <p:nvPr/>
          </p:nvSpPr>
          <p:spPr>
            <a:xfrm>
              <a:off x="4159793" y="3212080"/>
              <a:ext cx="1374279" cy="388490"/>
            </a:xfrm>
            <a:prstGeom prst="rect">
              <a:avLst/>
            </a:prstGeom>
            <a:solidFill>
              <a:srgbClr val="002166"/>
            </a:solidFill>
            <a:ln w="254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algn="ctr" eaLnBrk="1" hangingPunct="1">
                <a:defRPr/>
              </a:pPr>
              <a:r>
                <a:rPr lang="en-NZ" altLang="fr-FR" sz="900" b="1">
                  <a:latin typeface="+mn-lt"/>
                </a:rPr>
                <a:t>Ludovic Hutier</a:t>
              </a:r>
            </a:p>
            <a:p>
              <a:pPr algn="ctr" eaLnBrk="1" hangingPunct="1">
                <a:defRPr/>
              </a:pPr>
              <a:r>
                <a:rPr lang="en-NZ" altLang="fr-FR" sz="900">
                  <a:latin typeface="+mn-lt"/>
                </a:rPr>
                <a:t>Chief Executive Officer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4C53B367-0C70-8E90-CFD6-0192BD7B9255}"/>
                </a:ext>
              </a:extLst>
            </p:cNvPr>
            <p:cNvSpPr/>
            <p:nvPr/>
          </p:nvSpPr>
          <p:spPr>
            <a:xfrm>
              <a:off x="1824608" y="4007515"/>
              <a:ext cx="1374279" cy="388490"/>
            </a:xfrm>
            <a:prstGeom prst="rect">
              <a:avLst/>
            </a:prstGeom>
            <a:solidFill>
              <a:srgbClr val="002166"/>
            </a:solidFill>
            <a:ln w="254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NZ" altLang="fr-FR" sz="900" b="1">
                  <a:latin typeface="+mn-lt"/>
                </a:rPr>
                <a:t>Peter Missingham</a:t>
              </a:r>
            </a:p>
            <a:p>
              <a:pPr algn="ctr" eaLnBrk="1" hangingPunct="1"/>
              <a:r>
                <a:rPr lang="en-NZ" altLang="fr-FR" sz="900">
                  <a:latin typeface="+mn-lt"/>
                </a:rPr>
                <a:t>General Counsel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4DF5C290-D0B8-F549-D770-899731DB7DAA}"/>
                </a:ext>
              </a:extLst>
            </p:cNvPr>
            <p:cNvSpPr/>
            <p:nvPr/>
          </p:nvSpPr>
          <p:spPr>
            <a:xfrm>
              <a:off x="6507051" y="4007515"/>
              <a:ext cx="1212597" cy="388490"/>
            </a:xfrm>
            <a:prstGeom prst="rect">
              <a:avLst/>
            </a:prstGeom>
            <a:solidFill>
              <a:srgbClr val="002166"/>
            </a:solidFill>
            <a:ln w="254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algn="ctr">
                <a:defRPr/>
              </a:pPr>
              <a:r>
                <a:rPr lang="en-NZ" sz="900" b="1">
                  <a:latin typeface="+mn-lt"/>
                </a:rPr>
                <a:t>Hamid Maani</a:t>
              </a:r>
            </a:p>
            <a:p>
              <a:pPr algn="ctr">
                <a:defRPr/>
              </a:pPr>
              <a:r>
                <a:rPr lang="en-NZ" sz="900">
                  <a:latin typeface="+mn-lt"/>
                </a:rPr>
                <a:t>Chief Sales Officer</a:t>
              </a:r>
              <a:endParaRPr lang="en-NZ" altLang="fr-FR" sz="900">
                <a:latin typeface="+mn-lt"/>
              </a:endParaRPr>
            </a:p>
          </p:txBody>
        </p:sp>
        <p:cxnSp>
          <p:nvCxnSpPr>
            <p:cNvPr id="43" name="Connecteur droit 21">
              <a:extLst>
                <a:ext uri="{FF2B5EF4-FFF2-40B4-BE49-F238E27FC236}">
                  <a16:creationId xmlns:a16="http://schemas.microsoft.com/office/drawing/2014/main" id="{57BFD26C-02AE-18EA-974A-37A30607CC4F}"/>
                </a:ext>
              </a:extLst>
            </p:cNvPr>
            <p:cNvCxnSpPr>
              <a:cxnSpLocks/>
            </p:cNvCxnSpPr>
            <p:nvPr/>
          </p:nvCxnSpPr>
          <p:spPr>
            <a:xfrm>
              <a:off x="5628628" y="3853418"/>
              <a:ext cx="0" cy="418659"/>
            </a:xfrm>
            <a:prstGeom prst="line">
              <a:avLst/>
            </a:prstGeom>
            <a:ln w="25400">
              <a:solidFill>
                <a:schemeClr val="tx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4F13958F-18E2-4164-893D-BBB8E4C70B66}"/>
                </a:ext>
              </a:extLst>
            </p:cNvPr>
            <p:cNvSpPr/>
            <p:nvPr/>
          </p:nvSpPr>
          <p:spPr>
            <a:xfrm>
              <a:off x="4946236" y="4007515"/>
              <a:ext cx="1374280" cy="388490"/>
            </a:xfrm>
            <a:prstGeom prst="rect">
              <a:avLst/>
            </a:prstGeom>
            <a:solidFill>
              <a:srgbClr val="002166"/>
            </a:solidFill>
            <a:ln w="254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algn="ctr" eaLnBrk="1" hangingPunct="1">
                <a:defRPr/>
              </a:pPr>
              <a:r>
                <a:rPr lang="en-NZ" altLang="fr-FR" sz="900" b="1">
                  <a:latin typeface="+mn-lt"/>
                </a:rPr>
                <a:t>Virginie Frouin </a:t>
              </a:r>
            </a:p>
            <a:p>
              <a:pPr algn="ctr" eaLnBrk="1" hangingPunct="1">
                <a:defRPr/>
              </a:pPr>
              <a:r>
                <a:rPr lang="en-NZ" altLang="fr-FR" sz="900">
                  <a:latin typeface="+mn-lt"/>
                </a:rPr>
                <a:t>Chief Technical Officer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FA2D12F7-D86E-381D-B810-423083EC0E4B}"/>
                </a:ext>
              </a:extLst>
            </p:cNvPr>
            <p:cNvSpPr/>
            <p:nvPr/>
          </p:nvSpPr>
          <p:spPr>
            <a:xfrm>
              <a:off x="3385421" y="4007515"/>
              <a:ext cx="1374280" cy="388490"/>
            </a:xfrm>
            <a:prstGeom prst="rect">
              <a:avLst/>
            </a:prstGeom>
            <a:solidFill>
              <a:srgbClr val="002166"/>
            </a:solidFill>
            <a:ln w="25400">
              <a:solidFill>
                <a:schemeClr val="tx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algn="ctr" eaLnBrk="1" hangingPunct="1">
                <a:defRPr/>
              </a:pPr>
              <a:r>
                <a:rPr lang="en-NZ" altLang="fr-FR" sz="900" b="1">
                  <a:latin typeface="+mn-lt"/>
                </a:rPr>
                <a:t>Laurent Le Breton</a:t>
              </a:r>
            </a:p>
            <a:p>
              <a:pPr algn="ctr" eaLnBrk="1" hangingPunct="1">
                <a:defRPr/>
              </a:pPr>
              <a:r>
                <a:rPr lang="en-NZ" altLang="fr-FR" sz="900">
                  <a:latin typeface="+mn-lt"/>
                </a:rPr>
                <a:t>Chief Financial Officer</a:t>
              </a: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62715A0B-D4D5-A706-EB6A-A121FAC1B4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3528" y="4566427"/>
            <a:ext cx="828199" cy="833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0BEDC80-34F2-682B-FDD8-82D31D867D71}"/>
              </a:ext>
              <a:ext uri="{147F2762-F138-4A5C-976F-8EAC2B608ADB}">
                <a16:predDERef xmlns:a16="http://schemas.microsoft.com/office/drawing/2014/main" pred="{F876542F-ACE0-4458-B8A5-03C552FB40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6435" y="4566427"/>
            <a:ext cx="821979" cy="830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A05A450-92E9-C843-38DC-72EB5AD4593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838" t="15734" r="-1"/>
          <a:stretch/>
        </p:blipFill>
        <p:spPr>
          <a:xfrm>
            <a:off x="2218447" y="4534185"/>
            <a:ext cx="783932" cy="7292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4ABA1FC-FCD5-B1CE-4CC2-81B84708AA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254"/>
          <a:stretch/>
        </p:blipFill>
        <p:spPr bwMode="auto">
          <a:xfrm>
            <a:off x="3895858" y="4534185"/>
            <a:ext cx="705463" cy="825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9A9982-59EF-5CB3-9338-F861700531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9773" y="2898631"/>
            <a:ext cx="761912" cy="706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D45D23FB-B926-F6FC-30A2-19983EC323F6}"/>
              </a:ext>
            </a:extLst>
          </p:cNvPr>
          <p:cNvSpPr/>
          <p:nvPr/>
        </p:nvSpPr>
        <p:spPr>
          <a:xfrm>
            <a:off x="8950501" y="5057290"/>
            <a:ext cx="723062" cy="222209"/>
          </a:xfrm>
          <a:prstGeom prst="rect">
            <a:avLst/>
          </a:prstGeom>
          <a:solidFill>
            <a:srgbClr val="002166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defRPr/>
            </a:pPr>
            <a:r>
              <a:rPr lang="en-US" altLang="fr-FR" sz="900">
                <a:latin typeface="+mj-lt"/>
              </a:rPr>
              <a:t>NZ based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32DF79C-4A2E-DD16-02E5-93B3C853BF3D}"/>
              </a:ext>
            </a:extLst>
          </p:cNvPr>
          <p:cNvSpPr/>
          <p:nvPr/>
        </p:nvSpPr>
        <p:spPr>
          <a:xfrm>
            <a:off x="8950500" y="5373563"/>
            <a:ext cx="723062" cy="222209"/>
          </a:xfrm>
          <a:prstGeom prst="rect">
            <a:avLst/>
          </a:prstGeom>
          <a:solidFill>
            <a:srgbClr val="002166"/>
          </a:solidFill>
          <a:ln w="285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defRPr/>
            </a:pPr>
            <a:r>
              <a:rPr lang="en-US" altLang="fr-FR" sz="900">
                <a:latin typeface="+mj-lt"/>
              </a:rPr>
              <a:t>AU based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57F4C88-E87D-7E7F-8C60-CDC6ABC3EC02}"/>
              </a:ext>
            </a:extLst>
          </p:cNvPr>
          <p:cNvSpPr/>
          <p:nvPr/>
        </p:nvSpPr>
        <p:spPr>
          <a:xfrm>
            <a:off x="8950500" y="5675287"/>
            <a:ext cx="723062" cy="450285"/>
          </a:xfrm>
          <a:prstGeom prst="rect">
            <a:avLst/>
          </a:prstGeom>
          <a:solidFill>
            <a:srgbClr val="002166"/>
          </a:solidFill>
          <a:ln w="28575">
            <a:solidFill>
              <a:schemeClr val="tx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defRPr/>
            </a:pPr>
            <a:r>
              <a:rPr lang="en-US" altLang="fr-FR" sz="900">
                <a:latin typeface="+mj-lt"/>
              </a:rPr>
              <a:t>Other location based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A9505F4-8485-C4F4-882F-6980588806C4}"/>
              </a:ext>
            </a:extLst>
          </p:cNvPr>
          <p:cNvSpPr/>
          <p:nvPr/>
        </p:nvSpPr>
        <p:spPr>
          <a:xfrm>
            <a:off x="8941622" y="6187331"/>
            <a:ext cx="749570" cy="278043"/>
          </a:xfrm>
          <a:prstGeom prst="rect">
            <a:avLst/>
          </a:prstGeom>
          <a:solidFill>
            <a:srgbClr val="002166"/>
          </a:solidFill>
          <a:ln w="22225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defRPr/>
            </a:pPr>
            <a:r>
              <a:rPr lang="en-US" altLang="fr-FR" sz="900">
                <a:latin typeface="+mj-lt"/>
              </a:rPr>
              <a:t>Contractor</a:t>
            </a:r>
          </a:p>
        </p:txBody>
      </p:sp>
    </p:spTree>
    <p:extLst>
      <p:ext uri="{BB962C8B-B14F-4D97-AF65-F5344CB8AC3E}">
        <p14:creationId xmlns:p14="http://schemas.microsoft.com/office/powerpoint/2010/main" val="192841830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">
            <a:extLst>
              <a:ext uri="{FF2B5EF4-FFF2-40B4-BE49-F238E27FC236}">
                <a16:creationId xmlns:a16="http://schemas.microsoft.com/office/drawing/2014/main" id="{E2C003DC-1FDE-70EE-9610-73B1481D5D67}"/>
              </a:ext>
            </a:extLst>
          </p:cNvPr>
          <p:cNvSpPr txBox="1">
            <a:spLocks/>
          </p:cNvSpPr>
          <p:nvPr/>
        </p:nvSpPr>
        <p:spPr>
          <a:xfrm>
            <a:off x="9091261" y="0"/>
            <a:ext cx="630588" cy="973380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700" kern="1200">
                <a:solidFill>
                  <a:srgbClr val="1C3BA0"/>
                </a:solidFill>
                <a:latin typeface="Arial" charset="0"/>
                <a:ea typeface="+mn-ea"/>
                <a:cs typeface="Arial" charset="0"/>
                <a:sym typeface="Wingdings 2" pitchFamily="18" charset="2"/>
              </a:defRPr>
            </a:lvl1pPr>
            <a:lvl2pPr marL="411086" algn="l" rtl="0" fontAlgn="base">
              <a:spcBef>
                <a:spcPct val="0"/>
              </a:spcBef>
              <a:spcAft>
                <a:spcPct val="0"/>
              </a:spcAft>
              <a:defRPr sz="2700" kern="1200">
                <a:solidFill>
                  <a:schemeClr val="bg1"/>
                </a:solidFill>
                <a:latin typeface="Arial" charset="0"/>
                <a:ea typeface="+mn-ea"/>
                <a:cs typeface="Arial" charset="0"/>
                <a:sym typeface="Wingdings 2" pitchFamily="18" charset="2"/>
              </a:defRPr>
            </a:lvl2pPr>
            <a:lvl3pPr marL="822189" algn="l" rtl="0" fontAlgn="base">
              <a:spcBef>
                <a:spcPct val="0"/>
              </a:spcBef>
              <a:spcAft>
                <a:spcPct val="0"/>
              </a:spcAft>
              <a:defRPr sz="2700" kern="1200">
                <a:solidFill>
                  <a:schemeClr val="bg1"/>
                </a:solidFill>
                <a:latin typeface="Arial" charset="0"/>
                <a:ea typeface="+mn-ea"/>
                <a:cs typeface="Arial" charset="0"/>
                <a:sym typeface="Wingdings 2" pitchFamily="18" charset="2"/>
              </a:defRPr>
            </a:lvl3pPr>
            <a:lvl4pPr marL="1233291" algn="l" rtl="0" fontAlgn="base">
              <a:spcBef>
                <a:spcPct val="0"/>
              </a:spcBef>
              <a:spcAft>
                <a:spcPct val="0"/>
              </a:spcAft>
              <a:defRPr sz="2700" kern="1200">
                <a:solidFill>
                  <a:schemeClr val="bg1"/>
                </a:solidFill>
                <a:latin typeface="Arial" charset="0"/>
                <a:ea typeface="+mn-ea"/>
                <a:cs typeface="Arial" charset="0"/>
                <a:sym typeface="Wingdings 2" pitchFamily="18" charset="2"/>
              </a:defRPr>
            </a:lvl4pPr>
            <a:lvl5pPr marL="1644378" algn="l" rtl="0" fontAlgn="base">
              <a:spcBef>
                <a:spcPct val="0"/>
              </a:spcBef>
              <a:spcAft>
                <a:spcPct val="0"/>
              </a:spcAft>
              <a:defRPr sz="2700" kern="1200">
                <a:solidFill>
                  <a:schemeClr val="bg1"/>
                </a:solidFill>
                <a:latin typeface="Arial" charset="0"/>
                <a:ea typeface="+mn-ea"/>
                <a:cs typeface="Arial" charset="0"/>
                <a:sym typeface="Wingdings 2" pitchFamily="18" charset="2"/>
              </a:defRPr>
            </a:lvl5pPr>
            <a:lvl6pPr marL="2055489" algn="l" defTabSz="822189" rtl="0" eaLnBrk="1" latinLnBrk="0" hangingPunct="1">
              <a:defRPr sz="2700" kern="1200">
                <a:solidFill>
                  <a:schemeClr val="bg1"/>
                </a:solidFill>
                <a:latin typeface="Arial" charset="0"/>
                <a:ea typeface="+mn-ea"/>
                <a:cs typeface="Arial" charset="0"/>
                <a:sym typeface="Wingdings 2" pitchFamily="18" charset="2"/>
              </a:defRPr>
            </a:lvl6pPr>
            <a:lvl7pPr marL="2466595" algn="l" defTabSz="822189" rtl="0" eaLnBrk="1" latinLnBrk="0" hangingPunct="1">
              <a:defRPr sz="2700" kern="1200">
                <a:solidFill>
                  <a:schemeClr val="bg1"/>
                </a:solidFill>
                <a:latin typeface="Arial" charset="0"/>
                <a:ea typeface="+mn-ea"/>
                <a:cs typeface="Arial" charset="0"/>
                <a:sym typeface="Wingdings 2" pitchFamily="18" charset="2"/>
              </a:defRPr>
            </a:lvl7pPr>
            <a:lvl8pPr marL="2877676" algn="l" defTabSz="822189" rtl="0" eaLnBrk="1" latinLnBrk="0" hangingPunct="1">
              <a:defRPr sz="2700" kern="1200">
                <a:solidFill>
                  <a:schemeClr val="bg1"/>
                </a:solidFill>
                <a:latin typeface="Arial" charset="0"/>
                <a:ea typeface="+mn-ea"/>
                <a:cs typeface="Arial" charset="0"/>
                <a:sym typeface="Wingdings 2" pitchFamily="18" charset="2"/>
              </a:defRPr>
            </a:lvl8pPr>
            <a:lvl9pPr marL="3288774" algn="l" defTabSz="822189" rtl="0" eaLnBrk="1" latinLnBrk="0" hangingPunct="1">
              <a:defRPr sz="2700" kern="1200">
                <a:solidFill>
                  <a:schemeClr val="bg1"/>
                </a:solidFill>
                <a:latin typeface="Arial" charset="0"/>
                <a:ea typeface="+mn-ea"/>
                <a:cs typeface="Arial" charset="0"/>
                <a:sym typeface="Wingdings 2" pitchFamily="18" charset="2"/>
              </a:defRPr>
            </a:lvl9pPr>
          </a:lstStyle>
          <a:p>
            <a:pPr algn="ctr"/>
            <a:fld id="{86CB4B4D-7CA3-9044-876B-883B54F8677D}" type="slidenum">
              <a:rPr lang="en-NZ" sz="2400" smtClean="0">
                <a:solidFill>
                  <a:schemeClr val="tx1"/>
                </a:solidFill>
                <a:latin typeface="+mn-lt"/>
              </a:rPr>
              <a:pPr algn="ctr"/>
              <a:t>4</a:t>
            </a:fld>
            <a:endParaRPr lang="en-NZ" sz="24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5C9BDF8-346E-2B5B-F97F-A71BB7B400EC}"/>
              </a:ext>
            </a:extLst>
          </p:cNvPr>
          <p:cNvSpPr txBox="1">
            <a:spLocks/>
          </p:cNvSpPr>
          <p:nvPr/>
        </p:nvSpPr>
        <p:spPr>
          <a:xfrm>
            <a:off x="361437" y="0"/>
            <a:ext cx="8654744" cy="973380"/>
          </a:xfrm>
          <a:prstGeom prst="rect">
            <a:avLst/>
          </a:prstGeom>
          <a:noFill/>
          <a:ln w="9525" cap="flat" cmpd="sng" algn="ctr">
            <a:noFill/>
            <a:prstDash val="solid"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64" tIns="45664" rIns="45664" bIns="45664" anchor="ctr" anchorCtr="0"/>
          <a:lstStyle>
            <a:lvl1pPr marL="0" marR="0" indent="0" algn="l" defTabSz="268288" rtl="0" latinLnBrk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lang="en-US" sz="2800" b="1" i="0" u="none" strike="noStrike" kern="0" cap="small" spc="0" baseline="0" dirty="0" smtClean="0">
                <a:ln>
                  <a:noFill/>
                </a:ln>
                <a:solidFill>
                  <a:srgbClr val="FFFFFF"/>
                </a:solidFill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Wingdings 2" pitchFamily="18" charset="2"/>
              </a:defRPr>
            </a:lvl1pPr>
            <a:lvl2pPr marL="349177" marR="0" indent="-172787" algn="l" defTabSz="913478" rtl="0" latinLnBrk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Char char="−"/>
              <a:tabLst/>
              <a:defRPr sz="9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532764" marR="0" indent="-172787" algn="l" defTabSz="913478" rtl="0" latinLnBrk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Char char="−"/>
              <a:tabLst/>
              <a:defRPr lang="en-US" sz="1400" b="0" i="0" u="none" strike="noStrike" kern="1200" cap="none" spc="0" baseline="0" dirty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Wingdings 2" pitchFamily="18" charset="2"/>
              </a:defRPr>
            </a:lvl3pPr>
            <a:lvl4pPr marL="532764" marR="0" indent="-172787" algn="l" defTabSz="913478" rtl="0" latinLnBrk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Char char="−"/>
              <a:tabLst/>
              <a:defRPr sz="11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532764" marR="0" indent="-172787" algn="l" defTabSz="913478" rtl="0" latinLnBrk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Char char="−"/>
              <a:tabLst/>
              <a:defRPr sz="9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2386466" marR="0" indent="-102767" algn="l" defTabSz="913478" rtl="0" latinLnBrk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9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2843208" marR="0" indent="-102767" algn="l" defTabSz="913478" rtl="0" latinLnBrk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9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3299948" marR="0" indent="-102767" algn="l" defTabSz="913478" rtl="0" latinLnBrk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9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3756688" marR="0" indent="-102767" algn="l" defTabSz="913478" rtl="0" latinLnBrk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9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fontAlgn="auto"/>
            <a:r>
              <a:rPr lang="en-NZ"/>
              <a:t>New organisation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FA40F5CA-69D7-29EA-85BF-900E0303D089}"/>
              </a:ext>
            </a:extLst>
          </p:cNvPr>
          <p:cNvSpPr txBox="1">
            <a:spLocks/>
          </p:cNvSpPr>
          <p:nvPr/>
        </p:nvSpPr>
        <p:spPr>
          <a:xfrm>
            <a:off x="833226" y="1295422"/>
            <a:ext cx="8055398" cy="495108"/>
          </a:xfrm>
          <a:prstGeom prst="rect">
            <a:avLst/>
          </a:prstGeom>
        </p:spPr>
        <p:txBody>
          <a:bodyPr wrap="square" lIns="108000" tIns="108000" rIns="108000" bIns="108000">
            <a:spAutoFit/>
          </a:bodyPr>
          <a:lstStyle>
            <a:lvl1pPr marL="172765" indent="-172765" algn="l" defTabSz="913358" rtl="0" eaLnBrk="1" latinLnBrk="0" hangingPunct="1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900" b="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49131" indent="-172765" algn="l" defTabSz="913358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−"/>
              <a:defRPr sz="900" b="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532693" indent="-172765" algn="l" defTabSz="913358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−"/>
              <a:defRPr sz="9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532693" indent="-172765" algn="l" defTabSz="913358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−"/>
              <a:defRPr sz="9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532693" indent="-172765" algn="l" defTabSz="913358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−"/>
              <a:defRPr sz="9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1737" indent="-228341" algn="l" defTabSz="91335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8418" indent="-228341" algn="l" defTabSz="91335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5097" indent="-228341" algn="l" defTabSz="91335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1776" indent="-228341" algn="l" defTabSz="91335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4500" lvl="1" indent="-279400" algn="just" defTabSz="1067219" fontAlgn="auto">
              <a:spcBef>
                <a:spcPts val="300"/>
              </a:spcBef>
              <a:buClr>
                <a:prstClr val="black"/>
              </a:buClr>
              <a:buSzPct val="100000"/>
              <a:buFont typeface="Wingdings" panose="05000000000000000000" pitchFamily="2" charset="2"/>
              <a:buChar char="q"/>
              <a:tabLst>
                <a:tab pos="3941763" algn="l"/>
              </a:tabLst>
              <a:defRPr/>
            </a:pPr>
            <a:r>
              <a:rPr lang="en-NZ" sz="1800" b="1" kern="0" cap="small">
                <a:solidFill>
                  <a:prstClr val="black"/>
                </a:solidFill>
                <a:latin typeface="+mn-lt"/>
                <a:cs typeface="Arial" panose="020B0604020202020204" pitchFamily="34" charset="0"/>
              </a:rPr>
              <a:t>Human </a:t>
            </a:r>
            <a:r>
              <a:rPr lang="en-NZ" sz="1800" b="1" kern="0" cap="small">
                <a:solidFill>
                  <a:prstClr val="black"/>
                </a:solidFill>
                <a:latin typeface="+mn-lt"/>
              </a:rPr>
              <a:t>Resources - </a:t>
            </a:r>
            <a:r>
              <a:rPr lang="en-NZ" sz="1800" b="1" kern="0" cap="small">
                <a:solidFill>
                  <a:prstClr val="black"/>
                </a:solidFill>
                <a:latin typeface="+mn-lt"/>
                <a:cs typeface="Arial" panose="020B0604020202020204" pitchFamily="34" charset="0"/>
              </a:rPr>
              <a:t>Finance - Sales teams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EC4591A-2935-BAC7-9558-408D1D6FAC2B}"/>
              </a:ext>
            </a:extLst>
          </p:cNvPr>
          <p:cNvSpPr/>
          <p:nvPr/>
        </p:nvSpPr>
        <p:spPr>
          <a:xfrm>
            <a:off x="8888624" y="1117515"/>
            <a:ext cx="723062" cy="222209"/>
          </a:xfrm>
          <a:prstGeom prst="rect">
            <a:avLst/>
          </a:prstGeom>
          <a:solidFill>
            <a:srgbClr val="002166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defRPr/>
            </a:pPr>
            <a:r>
              <a:rPr lang="en-US" altLang="fr-FR" sz="900">
                <a:latin typeface="+mj-lt"/>
              </a:rPr>
              <a:t>NZ based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9E7D240-E5B3-8DA1-4FD3-390EADB673E7}"/>
              </a:ext>
            </a:extLst>
          </p:cNvPr>
          <p:cNvSpPr/>
          <p:nvPr/>
        </p:nvSpPr>
        <p:spPr>
          <a:xfrm>
            <a:off x="8888623" y="1433788"/>
            <a:ext cx="723062" cy="222209"/>
          </a:xfrm>
          <a:prstGeom prst="rect">
            <a:avLst/>
          </a:prstGeom>
          <a:solidFill>
            <a:srgbClr val="002166"/>
          </a:solidFill>
          <a:ln w="285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defRPr/>
            </a:pPr>
            <a:r>
              <a:rPr lang="en-US" altLang="fr-FR" sz="900">
                <a:latin typeface="+mj-lt"/>
              </a:rPr>
              <a:t>AU based</a:t>
            </a:r>
          </a:p>
        </p:txBody>
      </p:sp>
      <p:cxnSp>
        <p:nvCxnSpPr>
          <p:cNvPr id="2" name="Connecteur droit 84">
            <a:extLst>
              <a:ext uri="{FF2B5EF4-FFF2-40B4-BE49-F238E27FC236}">
                <a16:creationId xmlns:a16="http://schemas.microsoft.com/office/drawing/2014/main" id="{377A98DD-0DF8-55EE-6DA9-C29589089F17}"/>
              </a:ext>
            </a:extLst>
          </p:cNvPr>
          <p:cNvCxnSpPr>
            <a:cxnSpLocks/>
          </p:cNvCxnSpPr>
          <p:nvPr/>
        </p:nvCxnSpPr>
        <p:spPr>
          <a:xfrm>
            <a:off x="4421672" y="2015990"/>
            <a:ext cx="826328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eur droit 84">
            <a:extLst>
              <a:ext uri="{FF2B5EF4-FFF2-40B4-BE49-F238E27FC236}">
                <a16:creationId xmlns:a16="http://schemas.microsoft.com/office/drawing/2014/main" id="{B7F8E09A-BE7F-7381-F467-D9C469DDDE62}"/>
              </a:ext>
            </a:extLst>
          </p:cNvPr>
          <p:cNvCxnSpPr>
            <a:cxnSpLocks/>
          </p:cNvCxnSpPr>
          <p:nvPr/>
        </p:nvCxnSpPr>
        <p:spPr>
          <a:xfrm>
            <a:off x="2662520" y="2862103"/>
            <a:ext cx="3772968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eur droit 21">
            <a:extLst>
              <a:ext uri="{FF2B5EF4-FFF2-40B4-BE49-F238E27FC236}">
                <a16:creationId xmlns:a16="http://schemas.microsoft.com/office/drawing/2014/main" id="{06080D6A-ABAA-32F0-6E13-C37FF323EEA9}"/>
              </a:ext>
            </a:extLst>
          </p:cNvPr>
          <p:cNvCxnSpPr>
            <a:cxnSpLocks/>
          </p:cNvCxnSpPr>
          <p:nvPr/>
        </p:nvCxnSpPr>
        <p:spPr>
          <a:xfrm>
            <a:off x="2665705" y="2862845"/>
            <a:ext cx="0" cy="391894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eur droit 21">
            <a:extLst>
              <a:ext uri="{FF2B5EF4-FFF2-40B4-BE49-F238E27FC236}">
                <a16:creationId xmlns:a16="http://schemas.microsoft.com/office/drawing/2014/main" id="{1EF157B1-0D00-4669-3F16-920F61207723}"/>
              </a:ext>
            </a:extLst>
          </p:cNvPr>
          <p:cNvCxnSpPr>
            <a:cxnSpLocks/>
          </p:cNvCxnSpPr>
          <p:nvPr/>
        </p:nvCxnSpPr>
        <p:spPr>
          <a:xfrm>
            <a:off x="4049100" y="2868029"/>
            <a:ext cx="0" cy="452405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21">
            <a:extLst>
              <a:ext uri="{FF2B5EF4-FFF2-40B4-BE49-F238E27FC236}">
                <a16:creationId xmlns:a16="http://schemas.microsoft.com/office/drawing/2014/main" id="{B9C259A9-9E81-9B7A-8821-65A850696824}"/>
              </a:ext>
            </a:extLst>
          </p:cNvPr>
          <p:cNvCxnSpPr>
            <a:cxnSpLocks/>
          </p:cNvCxnSpPr>
          <p:nvPr/>
        </p:nvCxnSpPr>
        <p:spPr>
          <a:xfrm>
            <a:off x="6435488" y="2861743"/>
            <a:ext cx="6416" cy="2776589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21">
            <a:extLst>
              <a:ext uri="{FF2B5EF4-FFF2-40B4-BE49-F238E27FC236}">
                <a16:creationId xmlns:a16="http://schemas.microsoft.com/office/drawing/2014/main" id="{4D7A4436-EA72-D926-44A4-07FC58FB1E9B}"/>
              </a:ext>
            </a:extLst>
          </p:cNvPr>
          <p:cNvCxnSpPr>
            <a:cxnSpLocks/>
          </p:cNvCxnSpPr>
          <p:nvPr/>
        </p:nvCxnSpPr>
        <p:spPr>
          <a:xfrm>
            <a:off x="4745077" y="2347753"/>
            <a:ext cx="0" cy="50454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C6681493-7A82-37BC-040B-34E52B85CE67}"/>
              </a:ext>
            </a:extLst>
          </p:cNvPr>
          <p:cNvSpPr/>
          <p:nvPr/>
        </p:nvSpPr>
        <p:spPr>
          <a:xfrm>
            <a:off x="4132275" y="1838104"/>
            <a:ext cx="1225605" cy="623876"/>
          </a:xfrm>
          <a:prstGeom prst="rect">
            <a:avLst/>
          </a:prstGeom>
          <a:solidFill>
            <a:srgbClr val="002166"/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defRPr/>
            </a:pPr>
            <a:r>
              <a:rPr lang="en-NZ" altLang="fr-FR" sz="900" b="1">
                <a:latin typeface="+mn-lt"/>
              </a:rPr>
              <a:t>Ludovic Hutier</a:t>
            </a:r>
          </a:p>
          <a:p>
            <a:pPr algn="ctr" eaLnBrk="1" hangingPunct="1">
              <a:defRPr/>
            </a:pPr>
            <a:r>
              <a:rPr lang="en-NZ" altLang="fr-FR" sz="900">
                <a:latin typeface="+mn-lt"/>
              </a:rPr>
              <a:t>Chief Executive Officer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010BA8A-DEE6-2C18-6F20-9AB8E1143667}"/>
              </a:ext>
            </a:extLst>
          </p:cNvPr>
          <p:cNvSpPr/>
          <p:nvPr/>
        </p:nvSpPr>
        <p:spPr>
          <a:xfrm>
            <a:off x="2049718" y="3115493"/>
            <a:ext cx="1225605" cy="623876"/>
          </a:xfrm>
          <a:prstGeom prst="rect">
            <a:avLst/>
          </a:prstGeom>
          <a:solidFill>
            <a:srgbClr val="002166"/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NZ" altLang="fr-FR" sz="900" b="1">
                <a:latin typeface="+mn-lt"/>
              </a:rPr>
              <a:t>Peter Missingham</a:t>
            </a:r>
          </a:p>
          <a:p>
            <a:pPr algn="ctr" eaLnBrk="1" hangingPunct="1"/>
            <a:r>
              <a:rPr lang="en-NZ" altLang="fr-FR" sz="900">
                <a:latin typeface="+mn-lt"/>
              </a:rPr>
              <a:t>General Counsel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ADCD11-6D71-6E8F-19CA-2B957BDDC5BC}"/>
              </a:ext>
            </a:extLst>
          </p:cNvPr>
          <p:cNvSpPr/>
          <p:nvPr/>
        </p:nvSpPr>
        <p:spPr>
          <a:xfrm>
            <a:off x="6225599" y="3115493"/>
            <a:ext cx="1081414" cy="623876"/>
          </a:xfrm>
          <a:prstGeom prst="rect">
            <a:avLst/>
          </a:prstGeom>
          <a:solidFill>
            <a:srgbClr val="002166"/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>
              <a:defRPr/>
            </a:pPr>
            <a:r>
              <a:rPr lang="en-NZ" sz="900" b="1">
                <a:latin typeface="+mn-lt"/>
              </a:rPr>
              <a:t>Hamid Maani</a:t>
            </a:r>
          </a:p>
          <a:p>
            <a:pPr algn="ctr">
              <a:defRPr/>
            </a:pPr>
            <a:r>
              <a:rPr lang="en-NZ" sz="900">
                <a:latin typeface="+mn-lt"/>
              </a:rPr>
              <a:t>Chief Sales Officer</a:t>
            </a:r>
            <a:endParaRPr lang="en-NZ" altLang="fr-FR" sz="900">
              <a:latin typeface="+mn-lt"/>
            </a:endParaRPr>
          </a:p>
        </p:txBody>
      </p:sp>
      <p:cxnSp>
        <p:nvCxnSpPr>
          <p:cNvPr id="14" name="Connecteur droit 21">
            <a:extLst>
              <a:ext uri="{FF2B5EF4-FFF2-40B4-BE49-F238E27FC236}">
                <a16:creationId xmlns:a16="http://schemas.microsoft.com/office/drawing/2014/main" id="{66DCC53E-1D04-391E-283D-56C3F4A96E7A}"/>
              </a:ext>
            </a:extLst>
          </p:cNvPr>
          <p:cNvCxnSpPr>
            <a:cxnSpLocks/>
          </p:cNvCxnSpPr>
          <p:nvPr/>
        </p:nvCxnSpPr>
        <p:spPr>
          <a:xfrm>
            <a:off x="5442206" y="2868029"/>
            <a:ext cx="0" cy="672325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282CFD78-20A6-4AE9-546F-9892827DAD4F}"/>
              </a:ext>
            </a:extLst>
          </p:cNvPr>
          <p:cNvSpPr/>
          <p:nvPr/>
        </p:nvSpPr>
        <p:spPr>
          <a:xfrm>
            <a:off x="4833638" y="3115493"/>
            <a:ext cx="1225606" cy="623876"/>
          </a:xfrm>
          <a:prstGeom prst="rect">
            <a:avLst/>
          </a:prstGeom>
          <a:solidFill>
            <a:srgbClr val="002166"/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defRPr/>
            </a:pPr>
            <a:r>
              <a:rPr lang="en-NZ" altLang="fr-FR" sz="900" b="1">
                <a:latin typeface="+mn-lt"/>
              </a:rPr>
              <a:t>Virginie Frouin </a:t>
            </a:r>
          </a:p>
          <a:p>
            <a:pPr algn="ctr" eaLnBrk="1" hangingPunct="1">
              <a:defRPr/>
            </a:pPr>
            <a:r>
              <a:rPr lang="en-NZ" altLang="fr-FR" sz="900">
                <a:latin typeface="+mn-lt"/>
              </a:rPr>
              <a:t>Chief Technical Officer</a:t>
            </a:r>
          </a:p>
        </p:txBody>
      </p:sp>
      <p:cxnSp>
        <p:nvCxnSpPr>
          <p:cNvPr id="16" name="Connecteur droit 21">
            <a:extLst>
              <a:ext uri="{FF2B5EF4-FFF2-40B4-BE49-F238E27FC236}">
                <a16:creationId xmlns:a16="http://schemas.microsoft.com/office/drawing/2014/main" id="{32F81884-6098-9453-A7C2-47722696C7E6}"/>
              </a:ext>
            </a:extLst>
          </p:cNvPr>
          <p:cNvCxnSpPr>
            <a:cxnSpLocks/>
            <a:endCxn id="28" idx="0"/>
          </p:cNvCxnSpPr>
          <p:nvPr/>
        </p:nvCxnSpPr>
        <p:spPr>
          <a:xfrm flipH="1">
            <a:off x="1299961" y="2610868"/>
            <a:ext cx="7484" cy="1290683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84">
            <a:extLst>
              <a:ext uri="{FF2B5EF4-FFF2-40B4-BE49-F238E27FC236}">
                <a16:creationId xmlns:a16="http://schemas.microsoft.com/office/drawing/2014/main" id="{8B8E1182-B1A0-CBA0-B2D1-6E4A763926CD}"/>
              </a:ext>
            </a:extLst>
          </p:cNvPr>
          <p:cNvCxnSpPr>
            <a:cxnSpLocks/>
          </p:cNvCxnSpPr>
          <p:nvPr/>
        </p:nvCxnSpPr>
        <p:spPr>
          <a:xfrm>
            <a:off x="1307608" y="2615678"/>
            <a:ext cx="3437469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21">
            <a:extLst>
              <a:ext uri="{FF2B5EF4-FFF2-40B4-BE49-F238E27FC236}">
                <a16:creationId xmlns:a16="http://schemas.microsoft.com/office/drawing/2014/main" id="{2CCD8DC4-1252-CA70-4BF2-DED190137F60}"/>
              </a:ext>
            </a:extLst>
          </p:cNvPr>
          <p:cNvCxnSpPr>
            <a:cxnSpLocks/>
            <a:stCxn id="22" idx="2"/>
          </p:cNvCxnSpPr>
          <p:nvPr/>
        </p:nvCxnSpPr>
        <p:spPr>
          <a:xfrm flipH="1">
            <a:off x="4036956" y="3739370"/>
            <a:ext cx="17524" cy="1166789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EF78A5E2-46D9-4AD3-B21A-F523140247A1}"/>
              </a:ext>
            </a:extLst>
          </p:cNvPr>
          <p:cNvSpPr/>
          <p:nvPr/>
        </p:nvSpPr>
        <p:spPr>
          <a:xfrm>
            <a:off x="3439619" y="3901553"/>
            <a:ext cx="1225606" cy="616198"/>
          </a:xfrm>
          <a:prstGeom prst="rect">
            <a:avLst/>
          </a:prstGeom>
          <a:solidFill>
            <a:srgbClr val="3D9C84"/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>
              <a:defRPr/>
            </a:pPr>
            <a:r>
              <a:rPr lang="en-NZ" sz="900" b="1">
                <a:latin typeface="+mn-lt"/>
              </a:rPr>
              <a:t>Janice Dcunha</a:t>
            </a:r>
          </a:p>
          <a:p>
            <a:pPr algn="ctr">
              <a:defRPr/>
            </a:pPr>
            <a:r>
              <a:rPr lang="en-NZ" sz="900">
                <a:latin typeface="+mn-lt"/>
              </a:rPr>
              <a:t>Financial Controller</a:t>
            </a:r>
            <a:endParaRPr lang="en-NZ" altLang="fr-FR" sz="900">
              <a:latin typeface="+mn-lt"/>
            </a:endParaRPr>
          </a:p>
        </p:txBody>
      </p:sp>
      <p:cxnSp>
        <p:nvCxnSpPr>
          <p:cNvPr id="20" name="Connecteur droit 21">
            <a:extLst>
              <a:ext uri="{FF2B5EF4-FFF2-40B4-BE49-F238E27FC236}">
                <a16:creationId xmlns:a16="http://schemas.microsoft.com/office/drawing/2014/main" id="{3CBCD1ED-50FB-6982-4F89-B037BDFB9E5D}"/>
              </a:ext>
            </a:extLst>
          </p:cNvPr>
          <p:cNvCxnSpPr>
            <a:cxnSpLocks/>
          </p:cNvCxnSpPr>
          <p:nvPr/>
        </p:nvCxnSpPr>
        <p:spPr>
          <a:xfrm>
            <a:off x="4052195" y="4739083"/>
            <a:ext cx="0" cy="50454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FE182961-5E39-97D5-8F45-ACA86B11BB12}"/>
              </a:ext>
            </a:extLst>
          </p:cNvPr>
          <p:cNvSpPr/>
          <p:nvPr/>
        </p:nvSpPr>
        <p:spPr>
          <a:xfrm>
            <a:off x="3432086" y="4671910"/>
            <a:ext cx="1225605" cy="616198"/>
          </a:xfrm>
          <a:prstGeom prst="rect">
            <a:avLst/>
          </a:prstGeom>
          <a:solidFill>
            <a:srgbClr val="3D9C84"/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>
              <a:defRPr/>
            </a:pPr>
            <a:r>
              <a:rPr lang="en-NZ" sz="900" b="1">
                <a:latin typeface="+mn-lt"/>
              </a:rPr>
              <a:t>Sheryl Pinto</a:t>
            </a:r>
          </a:p>
          <a:p>
            <a:pPr algn="ctr">
              <a:defRPr/>
            </a:pPr>
            <a:r>
              <a:rPr lang="en-NZ" sz="900">
                <a:latin typeface="+mn-lt"/>
              </a:rPr>
              <a:t>Accounting Assistant</a:t>
            </a:r>
            <a:endParaRPr lang="en-NZ" altLang="fr-FR" sz="900">
              <a:latin typeface="+mn-lt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0CD95AB-0BDB-CF73-2A98-3A0A484477D2}"/>
              </a:ext>
            </a:extLst>
          </p:cNvPr>
          <p:cNvSpPr/>
          <p:nvPr/>
        </p:nvSpPr>
        <p:spPr>
          <a:xfrm>
            <a:off x="3441677" y="3115493"/>
            <a:ext cx="1225606" cy="623876"/>
          </a:xfrm>
          <a:prstGeom prst="rect">
            <a:avLst/>
          </a:prstGeom>
          <a:solidFill>
            <a:srgbClr val="002166"/>
          </a:solidFill>
          <a:ln w="25400">
            <a:solidFill>
              <a:schemeClr val="tx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defRPr/>
            </a:pPr>
            <a:r>
              <a:rPr lang="en-NZ" altLang="fr-FR" sz="900" b="1">
                <a:latin typeface="+mn-lt"/>
              </a:rPr>
              <a:t>Laurent Le Breton</a:t>
            </a:r>
          </a:p>
          <a:p>
            <a:pPr algn="ctr" eaLnBrk="1" hangingPunct="1">
              <a:defRPr/>
            </a:pPr>
            <a:r>
              <a:rPr lang="en-NZ" altLang="fr-FR" sz="900">
                <a:latin typeface="+mn-lt"/>
              </a:rPr>
              <a:t>Chief Financial Officer</a:t>
            </a:r>
          </a:p>
        </p:txBody>
      </p:sp>
      <p:cxnSp>
        <p:nvCxnSpPr>
          <p:cNvPr id="23" name="Connecteur droit 84">
            <a:extLst>
              <a:ext uri="{FF2B5EF4-FFF2-40B4-BE49-F238E27FC236}">
                <a16:creationId xmlns:a16="http://schemas.microsoft.com/office/drawing/2014/main" id="{D35BD76B-E2EC-9B5A-EC9B-B789175E34F3}"/>
              </a:ext>
            </a:extLst>
          </p:cNvPr>
          <p:cNvCxnSpPr>
            <a:cxnSpLocks/>
          </p:cNvCxnSpPr>
          <p:nvPr/>
        </p:nvCxnSpPr>
        <p:spPr>
          <a:xfrm>
            <a:off x="6432194" y="4204869"/>
            <a:ext cx="544565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DC7ECFA0-3A8B-3A79-A08B-FC66AC0BC33A}"/>
              </a:ext>
            </a:extLst>
          </p:cNvPr>
          <p:cNvSpPr/>
          <p:nvPr/>
        </p:nvSpPr>
        <p:spPr>
          <a:xfrm>
            <a:off x="6566773" y="3901999"/>
            <a:ext cx="1225606" cy="616202"/>
          </a:xfrm>
          <a:prstGeom prst="rect">
            <a:avLst/>
          </a:prstGeom>
          <a:solidFill>
            <a:srgbClr val="3D9C84"/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defRPr/>
            </a:pPr>
            <a:r>
              <a:rPr lang="en-NZ" altLang="fr-FR" sz="900" b="1">
                <a:latin typeface="+mn-lt"/>
              </a:rPr>
              <a:t>Pierre-</a:t>
            </a:r>
            <a:r>
              <a:rPr lang="en-NZ" altLang="fr-FR" sz="900" b="1" err="1">
                <a:latin typeface="+mn-lt"/>
              </a:rPr>
              <a:t>Em</a:t>
            </a:r>
            <a:r>
              <a:rPr lang="en-NZ" altLang="fr-FR" sz="900" b="1">
                <a:latin typeface="+mn-lt"/>
              </a:rPr>
              <a:t>. Goiffon</a:t>
            </a:r>
          </a:p>
          <a:p>
            <a:pPr algn="ctr" eaLnBrk="1" hangingPunct="1">
              <a:defRPr/>
            </a:pPr>
            <a:r>
              <a:rPr lang="en-NZ" altLang="fr-FR" sz="900">
                <a:latin typeface="+mn-lt"/>
              </a:rPr>
              <a:t>Director Bid &amp; Contract</a:t>
            </a:r>
          </a:p>
        </p:txBody>
      </p:sp>
      <p:cxnSp>
        <p:nvCxnSpPr>
          <p:cNvPr id="26" name="Connecteur droit 84">
            <a:extLst>
              <a:ext uri="{FF2B5EF4-FFF2-40B4-BE49-F238E27FC236}">
                <a16:creationId xmlns:a16="http://schemas.microsoft.com/office/drawing/2014/main" id="{F5A88103-DDEB-A622-A313-2EA5498E4240}"/>
              </a:ext>
            </a:extLst>
          </p:cNvPr>
          <p:cNvCxnSpPr>
            <a:cxnSpLocks/>
          </p:cNvCxnSpPr>
          <p:nvPr/>
        </p:nvCxnSpPr>
        <p:spPr>
          <a:xfrm>
            <a:off x="6444922" y="4948494"/>
            <a:ext cx="159096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F9F455F7-6F0F-8C5A-10D1-61280525922B}"/>
              </a:ext>
            </a:extLst>
          </p:cNvPr>
          <p:cNvSpPr/>
          <p:nvPr/>
        </p:nvSpPr>
        <p:spPr>
          <a:xfrm>
            <a:off x="681103" y="3901551"/>
            <a:ext cx="1237716" cy="604209"/>
          </a:xfrm>
          <a:prstGeom prst="rect">
            <a:avLst/>
          </a:prstGeom>
          <a:solidFill>
            <a:srgbClr val="3D9C84"/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>
              <a:defRPr/>
            </a:pPr>
            <a:r>
              <a:rPr lang="en-NZ" sz="900" b="1">
                <a:latin typeface="+mn-lt"/>
              </a:rPr>
              <a:t>Marie Leclerc</a:t>
            </a:r>
          </a:p>
          <a:p>
            <a:pPr algn="ctr">
              <a:defRPr/>
            </a:pPr>
            <a:r>
              <a:rPr lang="en-NZ" sz="900">
                <a:latin typeface="+mn-lt"/>
              </a:rPr>
              <a:t>HR Director</a:t>
            </a:r>
            <a:endParaRPr lang="en-NZ" altLang="fr-FR" sz="900">
              <a:latin typeface="+mn-lt"/>
            </a:endParaRPr>
          </a:p>
        </p:txBody>
      </p:sp>
      <p:cxnSp>
        <p:nvCxnSpPr>
          <p:cNvPr id="33" name="Connecteur droit 84">
            <a:extLst>
              <a:ext uri="{FF2B5EF4-FFF2-40B4-BE49-F238E27FC236}">
                <a16:creationId xmlns:a16="http://schemas.microsoft.com/office/drawing/2014/main" id="{24435CD6-4272-0AE3-E42C-82430AEBBD47}"/>
              </a:ext>
            </a:extLst>
          </p:cNvPr>
          <p:cNvCxnSpPr>
            <a:cxnSpLocks/>
          </p:cNvCxnSpPr>
          <p:nvPr/>
        </p:nvCxnSpPr>
        <p:spPr>
          <a:xfrm>
            <a:off x="6441904" y="5638332"/>
            <a:ext cx="544565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B2082C2D-F403-2095-E533-37E4E33ED43D}"/>
              </a:ext>
            </a:extLst>
          </p:cNvPr>
          <p:cNvSpPr/>
          <p:nvPr/>
        </p:nvSpPr>
        <p:spPr>
          <a:xfrm>
            <a:off x="6566772" y="5378790"/>
            <a:ext cx="1225604" cy="590480"/>
          </a:xfrm>
          <a:prstGeom prst="rect">
            <a:avLst/>
          </a:prstGeom>
          <a:solidFill>
            <a:srgbClr val="3D9C84"/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defRPr/>
            </a:pPr>
            <a:r>
              <a:rPr lang="en-NZ" altLang="fr-FR" sz="900" b="1">
                <a:latin typeface="+mn-lt"/>
              </a:rPr>
              <a:t>Stefan Zaal</a:t>
            </a:r>
          </a:p>
          <a:p>
            <a:pPr algn="ctr" eaLnBrk="1" hangingPunct="1">
              <a:defRPr/>
            </a:pPr>
            <a:r>
              <a:rPr lang="en-NZ" altLang="fr-FR" sz="900">
                <a:latin typeface="+mn-lt"/>
              </a:rPr>
              <a:t>Sales Manager - ANZ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2F0BC75-D056-DD66-CB37-9F29BDC08BDA}"/>
              </a:ext>
            </a:extLst>
          </p:cNvPr>
          <p:cNvSpPr/>
          <p:nvPr/>
        </p:nvSpPr>
        <p:spPr>
          <a:xfrm>
            <a:off x="6566772" y="4666955"/>
            <a:ext cx="1225605" cy="537800"/>
          </a:xfrm>
          <a:prstGeom prst="rect">
            <a:avLst/>
          </a:prstGeom>
          <a:solidFill>
            <a:srgbClr val="3D9C84"/>
          </a:solidFill>
          <a:ln w="25400">
            <a:solidFill>
              <a:schemeClr val="tx1">
                <a:lumMod val="65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defRPr/>
            </a:pPr>
            <a:r>
              <a:rPr lang="en-NZ" altLang="fr-FR" sz="900" b="1">
                <a:latin typeface="+mn-lt"/>
              </a:rPr>
              <a:t>Gina Bohreer</a:t>
            </a:r>
          </a:p>
          <a:p>
            <a:pPr algn="ctr" eaLnBrk="1" hangingPunct="1">
              <a:defRPr/>
            </a:pPr>
            <a:r>
              <a:rPr lang="en-NZ" altLang="fr-FR" sz="900">
                <a:latin typeface="+mn-lt"/>
              </a:rPr>
              <a:t>S-VP Bus Dev - US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E93606AA-B7CF-EBBE-B92C-AADB7DF027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742" y="3939223"/>
            <a:ext cx="564884" cy="60432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2E416D62-C33E-791B-D078-3B303301DA2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7858"/>
          <a:stretch/>
        </p:blipFill>
        <p:spPr>
          <a:xfrm>
            <a:off x="2758448" y="4669240"/>
            <a:ext cx="556588" cy="623998"/>
          </a:xfrm>
          <a:prstGeom prst="rect">
            <a:avLst/>
          </a:prstGeom>
        </p:spPr>
      </p:pic>
      <p:pic>
        <p:nvPicPr>
          <p:cNvPr id="31" name="Picture 30" descr="Photo de profil de Marie Leclerc">
            <a:extLst>
              <a:ext uri="{FF2B5EF4-FFF2-40B4-BE49-F238E27FC236}">
                <a16:creationId xmlns:a16="http://schemas.microsoft.com/office/drawing/2014/main" id="{08CDB820-20C2-A856-FD20-660438FC28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25" y="3903687"/>
            <a:ext cx="581815" cy="604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ED2579EF-833F-579C-7419-E1252B8297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9112" y="1837128"/>
            <a:ext cx="670242" cy="632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1F394BB8-B55E-B71E-6DB8-EDF4D4E644B1}"/>
              </a:ext>
            </a:extLst>
          </p:cNvPr>
          <p:cNvSpPr/>
          <p:nvPr/>
        </p:nvSpPr>
        <p:spPr>
          <a:xfrm>
            <a:off x="8885298" y="1727111"/>
            <a:ext cx="723061" cy="403569"/>
          </a:xfrm>
          <a:prstGeom prst="rect">
            <a:avLst/>
          </a:prstGeom>
          <a:solidFill>
            <a:srgbClr val="002166"/>
          </a:solidFill>
          <a:ln w="28575">
            <a:solidFill>
              <a:schemeClr val="tx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defRPr/>
            </a:pPr>
            <a:r>
              <a:rPr lang="en-US" altLang="fr-FR" sz="900">
                <a:latin typeface="+mj-lt"/>
              </a:rPr>
              <a:t>Other location based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265AF79-2E11-A5AD-A03D-1750D8DEAB0E}"/>
              </a:ext>
            </a:extLst>
          </p:cNvPr>
          <p:cNvSpPr/>
          <p:nvPr/>
        </p:nvSpPr>
        <p:spPr>
          <a:xfrm>
            <a:off x="8885299" y="2186032"/>
            <a:ext cx="723060" cy="277684"/>
          </a:xfrm>
          <a:prstGeom prst="rect">
            <a:avLst/>
          </a:prstGeom>
          <a:solidFill>
            <a:srgbClr val="002166"/>
          </a:solidFill>
          <a:ln w="22225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defRPr/>
            </a:pPr>
            <a:r>
              <a:rPr lang="en-US" altLang="fr-FR" sz="900">
                <a:latin typeface="+mj-lt"/>
              </a:rPr>
              <a:t>Contractor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F74E6110-ADB4-118B-3F9A-83A5ABBBC0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8252" y="5353271"/>
            <a:ext cx="435725" cy="589794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21938844-9361-C232-1D83-3E3F60463306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b="11253"/>
          <a:stretch/>
        </p:blipFill>
        <p:spPr>
          <a:xfrm>
            <a:off x="5908495" y="3957395"/>
            <a:ext cx="395482" cy="581576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D558BB77-4E5B-7D8A-06B0-485D983E6D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36" t="9648" r="16352" b="17906"/>
          <a:stretch/>
        </p:blipFill>
        <p:spPr bwMode="auto">
          <a:xfrm>
            <a:off x="5833144" y="4695961"/>
            <a:ext cx="480814" cy="529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9" name="Rectangle 78">
            <a:extLst>
              <a:ext uri="{FF2B5EF4-FFF2-40B4-BE49-F238E27FC236}">
                <a16:creationId xmlns:a16="http://schemas.microsoft.com/office/drawing/2014/main" id="{6E256E1D-A948-0B98-5D80-0CEC634F1806}"/>
              </a:ext>
            </a:extLst>
          </p:cNvPr>
          <p:cNvSpPr/>
          <p:nvPr/>
        </p:nvSpPr>
        <p:spPr>
          <a:xfrm>
            <a:off x="8461922" y="3889558"/>
            <a:ext cx="1225606" cy="616202"/>
          </a:xfrm>
          <a:prstGeom prst="rect">
            <a:avLst/>
          </a:prstGeom>
          <a:solidFill>
            <a:srgbClr val="3D9C84"/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>
              <a:defRPr/>
            </a:pPr>
            <a:r>
              <a:rPr lang="en-NZ" altLang="fr-FR" sz="900" b="1">
                <a:latin typeface="+mn-lt"/>
                <a:ea typeface="ＭＳ Ｐゴシック"/>
              </a:rPr>
              <a:t>Faisal Hayat </a:t>
            </a:r>
            <a:endParaRPr lang="en-US"/>
          </a:p>
          <a:p>
            <a:pPr algn="ctr" eaLnBrk="1" hangingPunct="1">
              <a:defRPr/>
            </a:pPr>
            <a:r>
              <a:rPr lang="en-NZ" altLang="fr-FR" sz="900">
                <a:latin typeface="+mn-lt"/>
                <a:ea typeface="ＭＳ Ｐゴシック"/>
              </a:rPr>
              <a:t>Senior Manager Bid &amp; Contract</a:t>
            </a:r>
            <a:endParaRPr lang="en-NZ" altLang="fr-FR" sz="900">
              <a:latin typeface="+mn-lt"/>
              <a:cs typeface="Calibri"/>
            </a:endParaRPr>
          </a:p>
        </p:txBody>
      </p:sp>
      <p:pic>
        <p:nvPicPr>
          <p:cNvPr id="85" name="Picture 84">
            <a:extLst>
              <a:ext uri="{FF2B5EF4-FFF2-40B4-BE49-F238E27FC236}">
                <a16:creationId xmlns:a16="http://schemas.microsoft.com/office/drawing/2014/main" id="{9A38039A-F480-B177-DE2B-9EC7A4716FDF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8348"/>
          <a:stretch/>
        </p:blipFill>
        <p:spPr>
          <a:xfrm>
            <a:off x="7950726" y="3889558"/>
            <a:ext cx="451108" cy="616202"/>
          </a:xfrm>
          <a:prstGeom prst="rect">
            <a:avLst/>
          </a:prstGeom>
        </p:spPr>
      </p:pic>
      <p:cxnSp>
        <p:nvCxnSpPr>
          <p:cNvPr id="86" name="Connecteur droit 84">
            <a:extLst>
              <a:ext uri="{FF2B5EF4-FFF2-40B4-BE49-F238E27FC236}">
                <a16:creationId xmlns:a16="http://schemas.microsoft.com/office/drawing/2014/main" id="{D92D179E-235C-5845-57F1-79D5A41F56DE}"/>
              </a:ext>
            </a:extLst>
          </p:cNvPr>
          <p:cNvCxnSpPr>
            <a:cxnSpLocks/>
          </p:cNvCxnSpPr>
          <p:nvPr/>
        </p:nvCxnSpPr>
        <p:spPr>
          <a:xfrm>
            <a:off x="7767754" y="4177350"/>
            <a:ext cx="159096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526989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5" name="Connecteur droit 21">
            <a:extLst>
              <a:ext uri="{FF2B5EF4-FFF2-40B4-BE49-F238E27FC236}">
                <a16:creationId xmlns:a16="http://schemas.microsoft.com/office/drawing/2014/main" id="{4C371DB9-A6D7-CB95-D972-4A7DCB87BDD1}"/>
              </a:ext>
            </a:extLst>
          </p:cNvPr>
          <p:cNvCxnSpPr>
            <a:cxnSpLocks/>
          </p:cNvCxnSpPr>
          <p:nvPr/>
        </p:nvCxnSpPr>
        <p:spPr>
          <a:xfrm flipH="1">
            <a:off x="8340401" y="4722782"/>
            <a:ext cx="629863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">
            <a:extLst>
              <a:ext uri="{FF2B5EF4-FFF2-40B4-BE49-F238E27FC236}">
                <a16:creationId xmlns:a16="http://schemas.microsoft.com/office/drawing/2014/main" id="{E2C003DC-1FDE-70EE-9610-73B1481D5D67}"/>
              </a:ext>
            </a:extLst>
          </p:cNvPr>
          <p:cNvSpPr txBox="1">
            <a:spLocks/>
          </p:cNvSpPr>
          <p:nvPr/>
        </p:nvSpPr>
        <p:spPr>
          <a:xfrm>
            <a:off x="9091261" y="0"/>
            <a:ext cx="630588" cy="973380"/>
          </a:xfrm>
          <a:prstGeom prst="rect">
            <a:avLst/>
          </a:prstGeom>
          <a:ln w="25400">
            <a:noFill/>
          </a:ln>
        </p:spPr>
        <p:txBody>
          <a:bodyPr anchor="ctr" anchorCtr="0"/>
          <a:lstStyle>
            <a:defPPr>
              <a:defRPr lang="fr-F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700" kern="1200">
                <a:solidFill>
                  <a:srgbClr val="1C3BA0"/>
                </a:solidFill>
                <a:latin typeface="Arial" charset="0"/>
                <a:ea typeface="+mn-ea"/>
                <a:cs typeface="Arial" charset="0"/>
                <a:sym typeface="Wingdings 2" pitchFamily="18" charset="2"/>
              </a:defRPr>
            </a:lvl1pPr>
            <a:lvl2pPr marL="411086" algn="l" rtl="0" fontAlgn="base">
              <a:spcBef>
                <a:spcPct val="0"/>
              </a:spcBef>
              <a:spcAft>
                <a:spcPct val="0"/>
              </a:spcAft>
              <a:defRPr sz="2700" kern="1200">
                <a:solidFill>
                  <a:schemeClr val="bg1"/>
                </a:solidFill>
                <a:latin typeface="Arial" charset="0"/>
                <a:ea typeface="+mn-ea"/>
                <a:cs typeface="Arial" charset="0"/>
                <a:sym typeface="Wingdings 2" pitchFamily="18" charset="2"/>
              </a:defRPr>
            </a:lvl2pPr>
            <a:lvl3pPr marL="822189" algn="l" rtl="0" fontAlgn="base">
              <a:spcBef>
                <a:spcPct val="0"/>
              </a:spcBef>
              <a:spcAft>
                <a:spcPct val="0"/>
              </a:spcAft>
              <a:defRPr sz="2700" kern="1200">
                <a:solidFill>
                  <a:schemeClr val="bg1"/>
                </a:solidFill>
                <a:latin typeface="Arial" charset="0"/>
                <a:ea typeface="+mn-ea"/>
                <a:cs typeface="Arial" charset="0"/>
                <a:sym typeface="Wingdings 2" pitchFamily="18" charset="2"/>
              </a:defRPr>
            </a:lvl3pPr>
            <a:lvl4pPr marL="1233291" algn="l" rtl="0" fontAlgn="base">
              <a:spcBef>
                <a:spcPct val="0"/>
              </a:spcBef>
              <a:spcAft>
                <a:spcPct val="0"/>
              </a:spcAft>
              <a:defRPr sz="2700" kern="1200">
                <a:solidFill>
                  <a:schemeClr val="bg1"/>
                </a:solidFill>
                <a:latin typeface="Arial" charset="0"/>
                <a:ea typeface="+mn-ea"/>
                <a:cs typeface="Arial" charset="0"/>
                <a:sym typeface="Wingdings 2" pitchFamily="18" charset="2"/>
              </a:defRPr>
            </a:lvl4pPr>
            <a:lvl5pPr marL="1644378" algn="l" rtl="0" fontAlgn="base">
              <a:spcBef>
                <a:spcPct val="0"/>
              </a:spcBef>
              <a:spcAft>
                <a:spcPct val="0"/>
              </a:spcAft>
              <a:defRPr sz="2700" kern="1200">
                <a:solidFill>
                  <a:schemeClr val="bg1"/>
                </a:solidFill>
                <a:latin typeface="Arial" charset="0"/>
                <a:ea typeface="+mn-ea"/>
                <a:cs typeface="Arial" charset="0"/>
                <a:sym typeface="Wingdings 2" pitchFamily="18" charset="2"/>
              </a:defRPr>
            </a:lvl5pPr>
            <a:lvl6pPr marL="2055489" algn="l" defTabSz="822189" rtl="0" eaLnBrk="1" latinLnBrk="0" hangingPunct="1">
              <a:defRPr sz="2700" kern="1200">
                <a:solidFill>
                  <a:schemeClr val="bg1"/>
                </a:solidFill>
                <a:latin typeface="Arial" charset="0"/>
                <a:ea typeface="+mn-ea"/>
                <a:cs typeface="Arial" charset="0"/>
                <a:sym typeface="Wingdings 2" pitchFamily="18" charset="2"/>
              </a:defRPr>
            </a:lvl6pPr>
            <a:lvl7pPr marL="2466595" algn="l" defTabSz="822189" rtl="0" eaLnBrk="1" latinLnBrk="0" hangingPunct="1">
              <a:defRPr sz="2700" kern="1200">
                <a:solidFill>
                  <a:schemeClr val="bg1"/>
                </a:solidFill>
                <a:latin typeface="Arial" charset="0"/>
                <a:ea typeface="+mn-ea"/>
                <a:cs typeface="Arial" charset="0"/>
                <a:sym typeface="Wingdings 2" pitchFamily="18" charset="2"/>
              </a:defRPr>
            </a:lvl7pPr>
            <a:lvl8pPr marL="2877676" algn="l" defTabSz="822189" rtl="0" eaLnBrk="1" latinLnBrk="0" hangingPunct="1">
              <a:defRPr sz="2700" kern="1200">
                <a:solidFill>
                  <a:schemeClr val="bg1"/>
                </a:solidFill>
                <a:latin typeface="Arial" charset="0"/>
                <a:ea typeface="+mn-ea"/>
                <a:cs typeface="Arial" charset="0"/>
                <a:sym typeface="Wingdings 2" pitchFamily="18" charset="2"/>
              </a:defRPr>
            </a:lvl8pPr>
            <a:lvl9pPr marL="3288774" algn="l" defTabSz="822189" rtl="0" eaLnBrk="1" latinLnBrk="0" hangingPunct="1">
              <a:defRPr sz="2700" kern="1200">
                <a:solidFill>
                  <a:schemeClr val="bg1"/>
                </a:solidFill>
                <a:latin typeface="Arial" charset="0"/>
                <a:ea typeface="+mn-ea"/>
                <a:cs typeface="Arial" charset="0"/>
                <a:sym typeface="Wingdings 2" pitchFamily="18" charset="2"/>
              </a:defRPr>
            </a:lvl9pPr>
          </a:lstStyle>
          <a:p>
            <a:pPr algn="ctr"/>
            <a:fld id="{86CB4B4D-7CA3-9044-876B-883B54F8677D}" type="slidenum">
              <a:rPr lang="en-NZ" sz="2400" smtClean="0">
                <a:solidFill>
                  <a:schemeClr val="tx1"/>
                </a:solidFill>
                <a:latin typeface="+mn-lt"/>
              </a:rPr>
              <a:pPr algn="ctr"/>
              <a:t>5</a:t>
            </a:fld>
            <a:endParaRPr lang="en-NZ" sz="24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5C9BDF8-346E-2B5B-F97F-A71BB7B400EC}"/>
              </a:ext>
            </a:extLst>
          </p:cNvPr>
          <p:cNvSpPr txBox="1">
            <a:spLocks/>
          </p:cNvSpPr>
          <p:nvPr/>
        </p:nvSpPr>
        <p:spPr>
          <a:xfrm>
            <a:off x="361437" y="0"/>
            <a:ext cx="8654744" cy="973380"/>
          </a:xfrm>
          <a:prstGeom prst="rect">
            <a:avLst/>
          </a:prstGeom>
          <a:noFill/>
          <a:ln w="25400" cap="flat" cmpd="sng" algn="ctr">
            <a:noFill/>
            <a:prstDash val="solid"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64" tIns="45664" rIns="45664" bIns="45664" anchor="ctr" anchorCtr="0"/>
          <a:lstStyle>
            <a:lvl1pPr marL="0" marR="0" indent="0" algn="l" defTabSz="268288" rtl="0" latinLnBrk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lang="en-US" sz="2800" b="1" i="0" u="none" strike="noStrike" kern="0" cap="small" spc="0" baseline="0" dirty="0" smtClean="0">
                <a:ln>
                  <a:noFill/>
                </a:ln>
                <a:solidFill>
                  <a:srgbClr val="FFFFFF"/>
                </a:solidFill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Wingdings 2" pitchFamily="18" charset="2"/>
              </a:defRPr>
            </a:lvl1pPr>
            <a:lvl2pPr marL="349177" marR="0" indent="-172787" algn="l" defTabSz="913478" rtl="0" latinLnBrk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Char char="−"/>
              <a:tabLst/>
              <a:defRPr sz="9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532764" marR="0" indent="-172787" algn="l" defTabSz="913478" rtl="0" latinLnBrk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Char char="−"/>
              <a:tabLst/>
              <a:defRPr lang="en-US" sz="1400" b="0" i="0" u="none" strike="noStrike" kern="1200" cap="none" spc="0" baseline="0" dirty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Wingdings 2" pitchFamily="18" charset="2"/>
              </a:defRPr>
            </a:lvl3pPr>
            <a:lvl4pPr marL="532764" marR="0" indent="-172787" algn="l" defTabSz="913478" rtl="0" latinLnBrk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Char char="−"/>
              <a:tabLst/>
              <a:defRPr sz="11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532764" marR="0" indent="-172787" algn="l" defTabSz="913478" rtl="0" latinLnBrk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Char char="−"/>
              <a:tabLst/>
              <a:defRPr sz="9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2386466" marR="0" indent="-102767" algn="l" defTabSz="913478" rtl="0" latinLnBrk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9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2843208" marR="0" indent="-102767" algn="l" defTabSz="913478" rtl="0" latinLnBrk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9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3299948" marR="0" indent="-102767" algn="l" defTabSz="913478" rtl="0" latinLnBrk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9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3756688" marR="0" indent="-102767" algn="l" defTabSz="913478" rtl="0" latinLnBrk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9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fontAlgn="auto"/>
            <a:r>
              <a:rPr lang="en-NZ"/>
              <a:t>New organisation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FA40F5CA-69D7-29EA-85BF-900E0303D089}"/>
              </a:ext>
            </a:extLst>
          </p:cNvPr>
          <p:cNvSpPr txBox="1">
            <a:spLocks/>
          </p:cNvSpPr>
          <p:nvPr/>
        </p:nvSpPr>
        <p:spPr>
          <a:xfrm>
            <a:off x="656552" y="1230108"/>
            <a:ext cx="8408745" cy="495108"/>
          </a:xfrm>
          <a:prstGeom prst="rect">
            <a:avLst/>
          </a:prstGeom>
          <a:ln w="25400">
            <a:noFill/>
          </a:ln>
        </p:spPr>
        <p:txBody>
          <a:bodyPr wrap="square" lIns="108000" tIns="108000" rIns="108000" bIns="108000">
            <a:spAutoFit/>
          </a:bodyPr>
          <a:lstStyle>
            <a:lvl1pPr marL="172765" indent="-172765" algn="l" defTabSz="913358" rtl="0" eaLnBrk="1" latinLnBrk="0" hangingPunct="1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900" b="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49131" indent="-172765" algn="l" defTabSz="913358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−"/>
              <a:defRPr sz="900" b="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532693" indent="-172765" algn="l" defTabSz="913358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−"/>
              <a:defRPr sz="9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532693" indent="-172765" algn="l" defTabSz="913358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−"/>
              <a:defRPr sz="9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532693" indent="-172765" algn="l" defTabSz="913358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−"/>
              <a:defRPr sz="9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1737" indent="-228341" algn="l" defTabSz="91335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8418" indent="-228341" algn="l" defTabSz="91335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5097" indent="-228341" algn="l" defTabSz="91335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1776" indent="-228341" algn="l" defTabSz="91335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4500" lvl="1" indent="-279400" algn="just" defTabSz="1067219" fontAlgn="auto">
              <a:spcBef>
                <a:spcPts val="300"/>
              </a:spcBef>
              <a:spcAft>
                <a:spcPts val="300"/>
              </a:spcAft>
              <a:buClr>
                <a:prstClr val="black"/>
              </a:buClr>
              <a:buSzPct val="100000"/>
              <a:buFont typeface="Wingdings" panose="05000000000000000000" pitchFamily="2" charset="2"/>
              <a:buChar char="q"/>
              <a:tabLst>
                <a:tab pos="3941763" algn="l"/>
              </a:tabLst>
              <a:defRPr/>
            </a:pPr>
            <a:r>
              <a:rPr lang="en-NZ" sz="1800" b="1" kern="0" cap="small">
                <a:solidFill>
                  <a:prstClr val="black"/>
                </a:solidFill>
                <a:latin typeface="+mn-lt"/>
                <a:cs typeface="Arial" panose="020B0604020202020204" pitchFamily="34" charset="0"/>
              </a:rPr>
              <a:t>Operations teams</a:t>
            </a:r>
          </a:p>
        </p:txBody>
      </p:sp>
      <p:cxnSp>
        <p:nvCxnSpPr>
          <p:cNvPr id="3" name="Connecteur droit 84">
            <a:extLst>
              <a:ext uri="{FF2B5EF4-FFF2-40B4-BE49-F238E27FC236}">
                <a16:creationId xmlns:a16="http://schemas.microsoft.com/office/drawing/2014/main" id="{C003F0B3-8B12-13ED-71ED-265D05FA5F4F}"/>
              </a:ext>
            </a:extLst>
          </p:cNvPr>
          <p:cNvCxnSpPr>
            <a:cxnSpLocks/>
          </p:cNvCxnSpPr>
          <p:nvPr/>
        </p:nvCxnSpPr>
        <p:spPr>
          <a:xfrm>
            <a:off x="4921849" y="1340878"/>
            <a:ext cx="926567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eur droit 21">
            <a:extLst>
              <a:ext uri="{FF2B5EF4-FFF2-40B4-BE49-F238E27FC236}">
                <a16:creationId xmlns:a16="http://schemas.microsoft.com/office/drawing/2014/main" id="{A4447CD6-49D2-4352-EA48-82E82B6117C7}"/>
              </a:ext>
            </a:extLst>
          </p:cNvPr>
          <p:cNvCxnSpPr>
            <a:cxnSpLocks/>
          </p:cNvCxnSpPr>
          <p:nvPr/>
        </p:nvCxnSpPr>
        <p:spPr>
          <a:xfrm>
            <a:off x="343226" y="3301029"/>
            <a:ext cx="0" cy="260967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eur droit 21">
            <a:extLst>
              <a:ext uri="{FF2B5EF4-FFF2-40B4-BE49-F238E27FC236}">
                <a16:creationId xmlns:a16="http://schemas.microsoft.com/office/drawing/2014/main" id="{9D65B8CD-BB46-BBAC-4B5A-401098B628B9}"/>
              </a:ext>
            </a:extLst>
          </p:cNvPr>
          <p:cNvCxnSpPr>
            <a:cxnSpLocks/>
          </p:cNvCxnSpPr>
          <p:nvPr/>
        </p:nvCxnSpPr>
        <p:spPr>
          <a:xfrm flipH="1">
            <a:off x="343226" y="4107880"/>
            <a:ext cx="629863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21">
            <a:extLst>
              <a:ext uri="{FF2B5EF4-FFF2-40B4-BE49-F238E27FC236}">
                <a16:creationId xmlns:a16="http://schemas.microsoft.com/office/drawing/2014/main" id="{DD466AB6-CD79-C3FE-A95E-9EC774BA4EC5}"/>
              </a:ext>
            </a:extLst>
          </p:cNvPr>
          <p:cNvCxnSpPr>
            <a:cxnSpLocks/>
          </p:cNvCxnSpPr>
          <p:nvPr/>
        </p:nvCxnSpPr>
        <p:spPr>
          <a:xfrm flipH="1">
            <a:off x="343222" y="4630394"/>
            <a:ext cx="629863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21">
            <a:extLst>
              <a:ext uri="{FF2B5EF4-FFF2-40B4-BE49-F238E27FC236}">
                <a16:creationId xmlns:a16="http://schemas.microsoft.com/office/drawing/2014/main" id="{1E5C0207-EF9D-3CF0-4356-FECF7CA0B98C}"/>
              </a:ext>
            </a:extLst>
          </p:cNvPr>
          <p:cNvCxnSpPr>
            <a:cxnSpLocks/>
          </p:cNvCxnSpPr>
          <p:nvPr/>
        </p:nvCxnSpPr>
        <p:spPr>
          <a:xfrm flipH="1">
            <a:off x="343218" y="5904019"/>
            <a:ext cx="629863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21">
            <a:extLst>
              <a:ext uri="{FF2B5EF4-FFF2-40B4-BE49-F238E27FC236}">
                <a16:creationId xmlns:a16="http://schemas.microsoft.com/office/drawing/2014/main" id="{CA778756-BFFD-62CB-9E2F-04CD7BABB740}"/>
              </a:ext>
            </a:extLst>
          </p:cNvPr>
          <p:cNvCxnSpPr>
            <a:cxnSpLocks/>
          </p:cNvCxnSpPr>
          <p:nvPr/>
        </p:nvCxnSpPr>
        <p:spPr>
          <a:xfrm>
            <a:off x="579302" y="4803766"/>
            <a:ext cx="0" cy="390443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21">
            <a:extLst>
              <a:ext uri="{FF2B5EF4-FFF2-40B4-BE49-F238E27FC236}">
                <a16:creationId xmlns:a16="http://schemas.microsoft.com/office/drawing/2014/main" id="{B4393C0E-35DC-FD04-1D80-00FA3FBEB3F6}"/>
              </a:ext>
            </a:extLst>
          </p:cNvPr>
          <p:cNvCxnSpPr>
            <a:cxnSpLocks/>
          </p:cNvCxnSpPr>
          <p:nvPr/>
        </p:nvCxnSpPr>
        <p:spPr>
          <a:xfrm flipH="1">
            <a:off x="579302" y="5194209"/>
            <a:ext cx="629863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4FFFEB8A-27E7-D768-A055-FFB4EC6169FF}"/>
              </a:ext>
            </a:extLst>
          </p:cNvPr>
          <p:cNvSpPr/>
          <p:nvPr/>
        </p:nvSpPr>
        <p:spPr>
          <a:xfrm>
            <a:off x="456211" y="3836987"/>
            <a:ext cx="1363784" cy="478569"/>
          </a:xfrm>
          <a:prstGeom prst="rect">
            <a:avLst/>
          </a:prstGeom>
          <a:solidFill>
            <a:srgbClr val="3D9C84"/>
          </a:solidFill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defRPr/>
            </a:pPr>
            <a:r>
              <a:rPr lang="en-NZ" altLang="fr-FR" sz="900" b="1">
                <a:latin typeface="+mn-lt"/>
              </a:rPr>
              <a:t>Shane Wadworth</a:t>
            </a:r>
            <a:endParaRPr lang="en-NZ" altLang="fr-FR" sz="900">
              <a:highlight>
                <a:srgbClr val="008080"/>
              </a:highlight>
              <a:latin typeface="+mn-lt"/>
            </a:endParaRPr>
          </a:p>
          <a:p>
            <a:pPr algn="ctr" eaLnBrk="1" hangingPunct="1">
              <a:defRPr/>
            </a:pPr>
            <a:r>
              <a:rPr lang="en-NZ" altLang="fr-FR" sz="900">
                <a:latin typeface="+mn-lt"/>
              </a:rPr>
              <a:t>CLS Manager NZ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3696193-7B50-BCA0-018E-ECB130F22691}"/>
              </a:ext>
            </a:extLst>
          </p:cNvPr>
          <p:cNvSpPr/>
          <p:nvPr/>
        </p:nvSpPr>
        <p:spPr>
          <a:xfrm>
            <a:off x="456211" y="4380560"/>
            <a:ext cx="1363784" cy="478569"/>
          </a:xfrm>
          <a:prstGeom prst="rect">
            <a:avLst/>
          </a:prstGeom>
          <a:solidFill>
            <a:srgbClr val="3D9C84"/>
          </a:solidFill>
          <a:ln w="254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defRPr/>
            </a:pPr>
            <a:r>
              <a:rPr lang="en-NZ" altLang="fr-FR" sz="900" b="1">
                <a:latin typeface="+mn-lt"/>
              </a:rPr>
              <a:t>Mohan Kidnapillai </a:t>
            </a:r>
          </a:p>
          <a:p>
            <a:pPr algn="ctr" eaLnBrk="1" hangingPunct="1">
              <a:defRPr/>
            </a:pPr>
            <a:r>
              <a:rPr lang="en-NZ" altLang="fr-FR" sz="900">
                <a:latin typeface="+mn-lt"/>
              </a:rPr>
              <a:t>CLS Manager AU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D796524-936E-EF1C-E8A6-92CB3854D312}"/>
              </a:ext>
            </a:extLst>
          </p:cNvPr>
          <p:cNvSpPr/>
          <p:nvPr/>
        </p:nvSpPr>
        <p:spPr>
          <a:xfrm>
            <a:off x="739240" y="4924133"/>
            <a:ext cx="1363784" cy="478569"/>
          </a:xfrm>
          <a:prstGeom prst="rect">
            <a:avLst/>
          </a:prstGeom>
          <a:solidFill>
            <a:srgbClr val="3D9C84"/>
          </a:solidFill>
          <a:ln w="25400">
            <a:solidFill>
              <a:schemeClr val="accent4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defRPr/>
            </a:pPr>
            <a:r>
              <a:rPr lang="en-NZ" altLang="fr-FR" sz="900" b="1">
                <a:latin typeface="+mn-lt"/>
              </a:rPr>
              <a:t>Dave Domeney</a:t>
            </a:r>
          </a:p>
          <a:p>
            <a:pPr algn="ctr" eaLnBrk="1" hangingPunct="1">
              <a:defRPr/>
            </a:pPr>
            <a:r>
              <a:rPr lang="en-NZ" altLang="fr-FR" sz="900">
                <a:latin typeface="+mn-lt"/>
              </a:rPr>
              <a:t>Support MK transition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0DA5216-395C-0C02-3C83-2197A8A7CC92}"/>
              </a:ext>
            </a:extLst>
          </p:cNvPr>
          <p:cNvSpPr/>
          <p:nvPr/>
        </p:nvSpPr>
        <p:spPr>
          <a:xfrm>
            <a:off x="458477" y="5467706"/>
            <a:ext cx="1363784" cy="754154"/>
          </a:xfrm>
          <a:prstGeom prst="rect">
            <a:avLst/>
          </a:prstGeom>
          <a:solidFill>
            <a:srgbClr val="3D9C84"/>
          </a:solidFill>
          <a:ln w="25400">
            <a:solidFill>
              <a:schemeClr val="tx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defRPr/>
            </a:pPr>
            <a:r>
              <a:rPr lang="en-NZ" altLang="fr-FR" sz="900" b="1">
                <a:latin typeface="+mn-lt"/>
              </a:rPr>
              <a:t>Other CLS Managers</a:t>
            </a:r>
            <a:endParaRPr lang="en-NZ" altLang="fr-FR" sz="900">
              <a:highlight>
                <a:srgbClr val="008080"/>
              </a:highlight>
              <a:latin typeface="+mn-lt"/>
            </a:endParaRPr>
          </a:p>
          <a:p>
            <a:pPr algn="ctr" eaLnBrk="1" hangingPunct="1">
              <a:defRPr/>
            </a:pPr>
            <a:r>
              <a:rPr lang="en-NZ" altLang="fr-FR" sz="900">
                <a:latin typeface="+mn-lt"/>
              </a:rPr>
              <a:t>Hawaii - DRF</a:t>
            </a:r>
          </a:p>
          <a:p>
            <a:pPr algn="ctr" eaLnBrk="1" hangingPunct="1">
              <a:defRPr/>
            </a:pPr>
            <a:r>
              <a:rPr lang="en-NZ" altLang="fr-FR" sz="900">
                <a:latin typeface="+mn-lt"/>
              </a:rPr>
              <a:t>Oregon - ACS</a:t>
            </a:r>
          </a:p>
          <a:p>
            <a:pPr algn="ctr" eaLnBrk="1" hangingPunct="1">
              <a:defRPr/>
            </a:pPr>
            <a:r>
              <a:rPr lang="en-NZ" altLang="fr-FR" sz="900">
                <a:latin typeface="+mn-lt"/>
              </a:rPr>
              <a:t>Am. Samoa - ASTCA</a:t>
            </a:r>
          </a:p>
        </p:txBody>
      </p:sp>
      <p:cxnSp>
        <p:nvCxnSpPr>
          <p:cNvPr id="18" name="Connecteur droit 21">
            <a:extLst>
              <a:ext uri="{FF2B5EF4-FFF2-40B4-BE49-F238E27FC236}">
                <a16:creationId xmlns:a16="http://schemas.microsoft.com/office/drawing/2014/main" id="{A5BDC734-FB4E-2729-5E27-2784D5FBCAFD}"/>
              </a:ext>
            </a:extLst>
          </p:cNvPr>
          <p:cNvCxnSpPr>
            <a:cxnSpLocks/>
          </p:cNvCxnSpPr>
          <p:nvPr/>
        </p:nvCxnSpPr>
        <p:spPr>
          <a:xfrm>
            <a:off x="4369312" y="2332791"/>
            <a:ext cx="0" cy="3854255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21">
            <a:extLst>
              <a:ext uri="{FF2B5EF4-FFF2-40B4-BE49-F238E27FC236}">
                <a16:creationId xmlns:a16="http://schemas.microsoft.com/office/drawing/2014/main" id="{73D5E9A7-84C9-F183-F48B-D3F9289430EF}"/>
              </a:ext>
            </a:extLst>
          </p:cNvPr>
          <p:cNvCxnSpPr>
            <a:cxnSpLocks/>
          </p:cNvCxnSpPr>
          <p:nvPr/>
        </p:nvCxnSpPr>
        <p:spPr>
          <a:xfrm flipH="1">
            <a:off x="4017297" y="6187045"/>
            <a:ext cx="629863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21">
            <a:extLst>
              <a:ext uri="{FF2B5EF4-FFF2-40B4-BE49-F238E27FC236}">
                <a16:creationId xmlns:a16="http://schemas.microsoft.com/office/drawing/2014/main" id="{F54502C3-2B95-BE85-CAC0-F55F96373F4D}"/>
              </a:ext>
            </a:extLst>
          </p:cNvPr>
          <p:cNvCxnSpPr>
            <a:cxnSpLocks/>
          </p:cNvCxnSpPr>
          <p:nvPr/>
        </p:nvCxnSpPr>
        <p:spPr>
          <a:xfrm flipH="1">
            <a:off x="4017297" y="5599216"/>
            <a:ext cx="629863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1">
            <a:extLst>
              <a:ext uri="{FF2B5EF4-FFF2-40B4-BE49-F238E27FC236}">
                <a16:creationId xmlns:a16="http://schemas.microsoft.com/office/drawing/2014/main" id="{14CB89C0-3940-2A18-328E-E6AA356D231C}"/>
              </a:ext>
            </a:extLst>
          </p:cNvPr>
          <p:cNvCxnSpPr>
            <a:cxnSpLocks/>
          </p:cNvCxnSpPr>
          <p:nvPr/>
        </p:nvCxnSpPr>
        <p:spPr>
          <a:xfrm flipH="1">
            <a:off x="4017297" y="4998263"/>
            <a:ext cx="629863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E0D878CB-BEE5-06C7-9024-0022A45C472E}"/>
              </a:ext>
            </a:extLst>
          </p:cNvPr>
          <p:cNvCxnSpPr>
            <a:cxnSpLocks/>
          </p:cNvCxnSpPr>
          <p:nvPr/>
        </p:nvCxnSpPr>
        <p:spPr>
          <a:xfrm flipH="1">
            <a:off x="4332228" y="4440817"/>
            <a:ext cx="629863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AE967F92-6A6E-AB52-A527-7B1C12F2807C}"/>
              </a:ext>
            </a:extLst>
          </p:cNvPr>
          <p:cNvSpPr/>
          <p:nvPr/>
        </p:nvSpPr>
        <p:spPr>
          <a:xfrm>
            <a:off x="3700208" y="4101739"/>
            <a:ext cx="1363784" cy="478569"/>
          </a:xfrm>
          <a:prstGeom prst="rect">
            <a:avLst/>
          </a:prstGeom>
          <a:solidFill>
            <a:srgbClr val="3D9C84"/>
          </a:solidFill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defRPr/>
            </a:pPr>
            <a:r>
              <a:rPr lang="en-NZ" sz="900" b="1">
                <a:latin typeface="+mn-lt"/>
              </a:rPr>
              <a:t>Justin Spake</a:t>
            </a:r>
          </a:p>
          <a:p>
            <a:pPr algn="ctr" eaLnBrk="1" hangingPunct="1">
              <a:defRPr/>
            </a:pPr>
            <a:r>
              <a:rPr lang="en-NZ" sz="900">
                <a:latin typeface="+mn-lt"/>
              </a:rPr>
              <a:t>NOC Team Leader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D6FF93-38F6-09E8-E9DC-9F49FBDAC529}"/>
              </a:ext>
            </a:extLst>
          </p:cNvPr>
          <p:cNvSpPr/>
          <p:nvPr/>
        </p:nvSpPr>
        <p:spPr>
          <a:xfrm>
            <a:off x="2768596" y="5920953"/>
            <a:ext cx="1363784" cy="474456"/>
          </a:xfrm>
          <a:prstGeom prst="rect">
            <a:avLst/>
          </a:prstGeom>
          <a:solidFill>
            <a:srgbClr val="3D9C84"/>
          </a:solidFill>
          <a:ln w="254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defRPr/>
            </a:pPr>
            <a:r>
              <a:rPr lang="en-NZ" altLang="fr-FR" sz="900" b="1">
                <a:latin typeface="+mn-lt"/>
              </a:rPr>
              <a:t>Lawrence Conopio</a:t>
            </a:r>
          </a:p>
          <a:p>
            <a:pPr algn="ctr" eaLnBrk="1" hangingPunct="1">
              <a:defRPr/>
            </a:pPr>
            <a:r>
              <a:rPr lang="en-NZ" altLang="fr-FR" sz="900">
                <a:latin typeface="+mn-lt"/>
              </a:rPr>
              <a:t>NOC Engineer 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9C09B88-EC07-FD46-92E2-7A3F54B44140}"/>
              </a:ext>
            </a:extLst>
          </p:cNvPr>
          <p:cNvSpPr/>
          <p:nvPr/>
        </p:nvSpPr>
        <p:spPr>
          <a:xfrm>
            <a:off x="2768596" y="4781992"/>
            <a:ext cx="1363784" cy="478569"/>
          </a:xfrm>
          <a:prstGeom prst="rect">
            <a:avLst/>
          </a:prstGeom>
          <a:solidFill>
            <a:srgbClr val="3D9C84"/>
          </a:solidFill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defRPr/>
            </a:pPr>
            <a:r>
              <a:rPr lang="en-NZ" altLang="fr-FR" sz="900" b="1">
                <a:latin typeface="+mn-lt"/>
              </a:rPr>
              <a:t>Eugene Harris</a:t>
            </a:r>
          </a:p>
          <a:p>
            <a:pPr algn="ctr" eaLnBrk="1" hangingPunct="1">
              <a:defRPr/>
            </a:pPr>
            <a:r>
              <a:rPr lang="en-NZ" altLang="fr-FR" sz="900">
                <a:latin typeface="+mn-lt"/>
              </a:rPr>
              <a:t>NOC Engineer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BE1A782-6300-C203-6305-F7D53E15E15D}"/>
              </a:ext>
            </a:extLst>
          </p:cNvPr>
          <p:cNvSpPr/>
          <p:nvPr/>
        </p:nvSpPr>
        <p:spPr>
          <a:xfrm>
            <a:off x="4510259" y="4781992"/>
            <a:ext cx="1363784" cy="478569"/>
          </a:xfrm>
          <a:prstGeom prst="rect">
            <a:avLst/>
          </a:prstGeom>
          <a:solidFill>
            <a:srgbClr val="3D9C84"/>
          </a:solidFill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defRPr/>
            </a:pPr>
            <a:r>
              <a:rPr lang="en-NZ" altLang="fr-FR" sz="900" b="1">
                <a:latin typeface="+mn-lt"/>
              </a:rPr>
              <a:t>Christian Alvaro </a:t>
            </a:r>
          </a:p>
          <a:p>
            <a:pPr algn="ctr" eaLnBrk="1" hangingPunct="1">
              <a:defRPr/>
            </a:pPr>
            <a:r>
              <a:rPr lang="en-NZ" altLang="fr-FR" sz="900">
                <a:latin typeface="+mn-lt"/>
              </a:rPr>
              <a:t>NOC Engineer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A3515B0-5B78-E419-3923-E0710E29B484}"/>
              </a:ext>
            </a:extLst>
          </p:cNvPr>
          <p:cNvSpPr/>
          <p:nvPr/>
        </p:nvSpPr>
        <p:spPr>
          <a:xfrm>
            <a:off x="2768596" y="5354082"/>
            <a:ext cx="1363784" cy="478569"/>
          </a:xfrm>
          <a:prstGeom prst="rect">
            <a:avLst/>
          </a:prstGeom>
          <a:solidFill>
            <a:srgbClr val="3D9C84"/>
          </a:solidFill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defRPr/>
            </a:pPr>
            <a:r>
              <a:rPr lang="en-NZ" altLang="fr-FR" sz="900" b="1">
                <a:latin typeface="+mn-lt"/>
              </a:rPr>
              <a:t>Umar Khayam</a:t>
            </a:r>
          </a:p>
          <a:p>
            <a:pPr algn="ctr" eaLnBrk="1" hangingPunct="1">
              <a:defRPr/>
            </a:pPr>
            <a:r>
              <a:rPr lang="en-NZ" altLang="fr-FR" sz="900">
                <a:latin typeface="+mn-lt"/>
              </a:rPr>
              <a:t>NOC Engineer 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9FB6410-4FBB-88A1-D1A5-4925901BC2CD}"/>
              </a:ext>
            </a:extLst>
          </p:cNvPr>
          <p:cNvSpPr/>
          <p:nvPr/>
        </p:nvSpPr>
        <p:spPr>
          <a:xfrm>
            <a:off x="4510259" y="5354081"/>
            <a:ext cx="1363784" cy="478569"/>
          </a:xfrm>
          <a:prstGeom prst="rect">
            <a:avLst/>
          </a:prstGeom>
          <a:solidFill>
            <a:srgbClr val="3D9C84"/>
          </a:solidFill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defRPr/>
            </a:pPr>
            <a:r>
              <a:rPr lang="en-NZ" altLang="fr-FR" sz="900" b="1">
                <a:latin typeface="+mn-lt"/>
              </a:rPr>
              <a:t>Parun Aroa</a:t>
            </a:r>
          </a:p>
          <a:p>
            <a:pPr algn="ctr" eaLnBrk="1" hangingPunct="1">
              <a:defRPr/>
            </a:pPr>
            <a:r>
              <a:rPr lang="en-NZ" altLang="fr-FR" sz="900">
                <a:latin typeface="+mn-lt"/>
              </a:rPr>
              <a:t>NOC Engineer 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9C7EE64-D52F-BF88-0A1D-1CD9CE0274FA}"/>
              </a:ext>
            </a:extLst>
          </p:cNvPr>
          <p:cNvSpPr/>
          <p:nvPr/>
        </p:nvSpPr>
        <p:spPr>
          <a:xfrm>
            <a:off x="4520754" y="5920953"/>
            <a:ext cx="1363784" cy="474456"/>
          </a:xfrm>
          <a:prstGeom prst="rect">
            <a:avLst/>
          </a:prstGeom>
          <a:solidFill>
            <a:srgbClr val="3D9C84"/>
          </a:solidFill>
          <a:ln w="254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defRPr/>
            </a:pPr>
            <a:r>
              <a:rPr lang="en-NZ" altLang="fr-FR" sz="900" b="1">
                <a:latin typeface="+mn-lt"/>
              </a:rPr>
              <a:t>Haribol Gautam</a:t>
            </a:r>
          </a:p>
          <a:p>
            <a:pPr algn="ctr" eaLnBrk="1" hangingPunct="1">
              <a:defRPr/>
            </a:pPr>
            <a:r>
              <a:rPr lang="en-NZ" altLang="fr-FR" sz="900">
                <a:latin typeface="+mn-lt"/>
              </a:rPr>
              <a:t>NOC Engineer </a:t>
            </a:r>
          </a:p>
        </p:txBody>
      </p:sp>
      <p:cxnSp>
        <p:nvCxnSpPr>
          <p:cNvPr id="30" name="Connecteur droit 21">
            <a:extLst>
              <a:ext uri="{FF2B5EF4-FFF2-40B4-BE49-F238E27FC236}">
                <a16:creationId xmlns:a16="http://schemas.microsoft.com/office/drawing/2014/main" id="{0C47BEEA-DF31-AA6E-7791-17A0FEA9CF31}"/>
              </a:ext>
            </a:extLst>
          </p:cNvPr>
          <p:cNvCxnSpPr>
            <a:cxnSpLocks/>
          </p:cNvCxnSpPr>
          <p:nvPr/>
        </p:nvCxnSpPr>
        <p:spPr>
          <a:xfrm>
            <a:off x="6103191" y="3180621"/>
            <a:ext cx="0" cy="390443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21">
            <a:extLst>
              <a:ext uri="{FF2B5EF4-FFF2-40B4-BE49-F238E27FC236}">
                <a16:creationId xmlns:a16="http://schemas.microsoft.com/office/drawing/2014/main" id="{F251B506-D0B9-7E08-56A8-CB1134F26435}"/>
              </a:ext>
            </a:extLst>
          </p:cNvPr>
          <p:cNvCxnSpPr>
            <a:cxnSpLocks/>
          </p:cNvCxnSpPr>
          <p:nvPr/>
        </p:nvCxnSpPr>
        <p:spPr>
          <a:xfrm>
            <a:off x="8331838" y="3316931"/>
            <a:ext cx="1769" cy="1421753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21">
            <a:extLst>
              <a:ext uri="{FF2B5EF4-FFF2-40B4-BE49-F238E27FC236}">
                <a16:creationId xmlns:a16="http://schemas.microsoft.com/office/drawing/2014/main" id="{18B9B856-42DC-9956-0991-A8B0F9D736B3}"/>
              </a:ext>
            </a:extLst>
          </p:cNvPr>
          <p:cNvCxnSpPr>
            <a:cxnSpLocks/>
          </p:cNvCxnSpPr>
          <p:nvPr/>
        </p:nvCxnSpPr>
        <p:spPr>
          <a:xfrm flipH="1">
            <a:off x="8325656" y="3649820"/>
            <a:ext cx="629863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21">
            <a:extLst>
              <a:ext uri="{FF2B5EF4-FFF2-40B4-BE49-F238E27FC236}">
                <a16:creationId xmlns:a16="http://schemas.microsoft.com/office/drawing/2014/main" id="{70F09C97-EE28-8813-9718-D69B01403D49}"/>
              </a:ext>
            </a:extLst>
          </p:cNvPr>
          <p:cNvCxnSpPr>
            <a:cxnSpLocks/>
          </p:cNvCxnSpPr>
          <p:nvPr/>
        </p:nvCxnSpPr>
        <p:spPr>
          <a:xfrm flipH="1">
            <a:off x="8333607" y="4245076"/>
            <a:ext cx="629863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6C9A1AC3-6181-6256-271D-0093A0791085}"/>
              </a:ext>
            </a:extLst>
          </p:cNvPr>
          <p:cNvSpPr/>
          <p:nvPr/>
        </p:nvSpPr>
        <p:spPr>
          <a:xfrm>
            <a:off x="5397118" y="3412441"/>
            <a:ext cx="1335630" cy="474453"/>
          </a:xfrm>
          <a:prstGeom prst="rect">
            <a:avLst/>
          </a:prstGeom>
          <a:solidFill>
            <a:srgbClr val="3D9C84"/>
          </a:solidFill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defRPr/>
            </a:pPr>
            <a:r>
              <a:rPr lang="en-NZ" altLang="fr-FR" sz="900" b="1">
                <a:latin typeface="+mn-lt"/>
              </a:rPr>
              <a:t>Farhan </a:t>
            </a:r>
            <a:r>
              <a:rPr lang="en-NZ" altLang="fr-FR" sz="900" b="1" err="1">
                <a:latin typeface="+mn-lt"/>
              </a:rPr>
              <a:t>Niwaz</a:t>
            </a:r>
            <a:r>
              <a:rPr lang="en-NZ" altLang="fr-FR" sz="900" b="1">
                <a:latin typeface="+mn-lt"/>
              </a:rPr>
              <a:t> </a:t>
            </a:r>
          </a:p>
          <a:p>
            <a:pPr algn="ctr" eaLnBrk="1" hangingPunct="1">
              <a:defRPr/>
            </a:pPr>
            <a:r>
              <a:rPr lang="en-NZ" altLang="fr-FR" sz="900">
                <a:latin typeface="+mn-lt"/>
              </a:rPr>
              <a:t>Optical transmission Engineer  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35CE7F7-33C1-EFD3-393E-CFB14DF17633}"/>
              </a:ext>
            </a:extLst>
          </p:cNvPr>
          <p:cNvSpPr/>
          <p:nvPr/>
        </p:nvSpPr>
        <p:spPr>
          <a:xfrm>
            <a:off x="8417137" y="3969656"/>
            <a:ext cx="1084435" cy="474456"/>
          </a:xfrm>
          <a:prstGeom prst="rect">
            <a:avLst/>
          </a:prstGeom>
          <a:solidFill>
            <a:srgbClr val="3D9C84"/>
          </a:solidFill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defRPr/>
            </a:pPr>
            <a:r>
              <a:rPr lang="en-NZ" altLang="fr-FR" sz="900" b="1">
                <a:latin typeface="+mn-lt"/>
              </a:rPr>
              <a:t>Anoop Russel </a:t>
            </a:r>
          </a:p>
          <a:p>
            <a:pPr algn="ctr" eaLnBrk="1" hangingPunct="1">
              <a:defRPr/>
            </a:pPr>
            <a:r>
              <a:rPr lang="en-NZ" altLang="fr-FR" sz="900">
                <a:latin typeface="+mn-lt"/>
              </a:rPr>
              <a:t>IT System</a:t>
            </a:r>
          </a:p>
          <a:p>
            <a:pPr algn="ctr" eaLnBrk="1" hangingPunct="1">
              <a:defRPr/>
            </a:pPr>
            <a:r>
              <a:rPr lang="en-NZ" altLang="fr-FR" sz="900">
                <a:latin typeface="+mn-lt"/>
              </a:rPr>
              <a:t>Engineer 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6C28205-731D-B13C-0047-88F67E14234E}"/>
              </a:ext>
            </a:extLst>
          </p:cNvPr>
          <p:cNvSpPr/>
          <p:nvPr/>
        </p:nvSpPr>
        <p:spPr>
          <a:xfrm>
            <a:off x="8414610" y="3412441"/>
            <a:ext cx="1084435" cy="474456"/>
          </a:xfrm>
          <a:prstGeom prst="rect">
            <a:avLst/>
          </a:prstGeom>
          <a:solidFill>
            <a:srgbClr val="3D9C84"/>
          </a:solidFill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defRPr/>
            </a:pPr>
            <a:r>
              <a:rPr lang="en-NZ" altLang="fr-FR" sz="900" b="1">
                <a:latin typeface="+mn-lt"/>
              </a:rPr>
              <a:t>Peter Tran </a:t>
            </a:r>
          </a:p>
          <a:p>
            <a:pPr algn="ctr" eaLnBrk="1" hangingPunct="1">
              <a:defRPr/>
            </a:pPr>
            <a:r>
              <a:rPr lang="en-NZ" altLang="fr-FR" sz="900">
                <a:latin typeface="+mn-lt"/>
              </a:rPr>
              <a:t>IT Infrastructure Engineer </a:t>
            </a:r>
          </a:p>
        </p:txBody>
      </p:sp>
      <p:cxnSp>
        <p:nvCxnSpPr>
          <p:cNvPr id="39" name="Connecteur droit 21">
            <a:extLst>
              <a:ext uri="{FF2B5EF4-FFF2-40B4-BE49-F238E27FC236}">
                <a16:creationId xmlns:a16="http://schemas.microsoft.com/office/drawing/2014/main" id="{BA358736-18A5-5E44-4DC4-1530D4679760}"/>
              </a:ext>
            </a:extLst>
          </p:cNvPr>
          <p:cNvCxnSpPr>
            <a:cxnSpLocks/>
            <a:stCxn id="59" idx="1"/>
            <a:endCxn id="41" idx="3"/>
          </p:cNvCxnSpPr>
          <p:nvPr/>
        </p:nvCxnSpPr>
        <p:spPr>
          <a:xfrm flipH="1" flipV="1">
            <a:off x="1561565" y="2342242"/>
            <a:ext cx="4063382" cy="3021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droit 21">
            <a:extLst>
              <a:ext uri="{FF2B5EF4-FFF2-40B4-BE49-F238E27FC236}">
                <a16:creationId xmlns:a16="http://schemas.microsoft.com/office/drawing/2014/main" id="{302D5138-1890-BDB9-D3B4-D8ED332B9312}"/>
              </a:ext>
            </a:extLst>
          </p:cNvPr>
          <p:cNvCxnSpPr>
            <a:cxnSpLocks/>
          </p:cNvCxnSpPr>
          <p:nvPr/>
        </p:nvCxnSpPr>
        <p:spPr>
          <a:xfrm>
            <a:off x="658431" y="2436130"/>
            <a:ext cx="0" cy="390443"/>
          </a:xfrm>
          <a:prstGeom prst="line">
            <a:avLst/>
          </a:prstGeom>
          <a:ln w="25400">
            <a:solidFill>
              <a:srgbClr val="0070C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A528432B-F162-2F4D-9EAD-1F1B684D37B2}"/>
              </a:ext>
            </a:extLst>
          </p:cNvPr>
          <p:cNvSpPr/>
          <p:nvPr/>
        </p:nvSpPr>
        <p:spPr>
          <a:xfrm>
            <a:off x="187290" y="2105014"/>
            <a:ext cx="1374275" cy="474456"/>
          </a:xfrm>
          <a:prstGeom prst="rect">
            <a:avLst/>
          </a:prstGeom>
          <a:solidFill>
            <a:srgbClr val="3D9C84"/>
          </a:solidFill>
          <a:ln w="254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defRPr/>
            </a:pPr>
            <a:r>
              <a:rPr lang="en-NZ" altLang="fr-FR" sz="900" b="1">
                <a:latin typeface="+mn-lt"/>
              </a:rPr>
              <a:t>John Bradfield</a:t>
            </a:r>
          </a:p>
          <a:p>
            <a:pPr algn="ctr" eaLnBrk="1" hangingPunct="1">
              <a:defRPr/>
            </a:pPr>
            <a:r>
              <a:rPr lang="en-NZ" altLang="fr-FR" sz="900">
                <a:latin typeface="+mn-lt"/>
              </a:rPr>
              <a:t>Maintenance Authority</a:t>
            </a:r>
          </a:p>
        </p:txBody>
      </p:sp>
      <p:cxnSp>
        <p:nvCxnSpPr>
          <p:cNvPr id="42" name="Connecteur droit 21">
            <a:extLst>
              <a:ext uri="{FF2B5EF4-FFF2-40B4-BE49-F238E27FC236}">
                <a16:creationId xmlns:a16="http://schemas.microsoft.com/office/drawing/2014/main" id="{3853BD39-57D5-6A9D-DCF2-CF85A26F3809}"/>
              </a:ext>
            </a:extLst>
          </p:cNvPr>
          <p:cNvCxnSpPr>
            <a:cxnSpLocks/>
          </p:cNvCxnSpPr>
          <p:nvPr/>
        </p:nvCxnSpPr>
        <p:spPr>
          <a:xfrm>
            <a:off x="4252143" y="1952163"/>
            <a:ext cx="0" cy="390443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21">
            <a:extLst>
              <a:ext uri="{FF2B5EF4-FFF2-40B4-BE49-F238E27FC236}">
                <a16:creationId xmlns:a16="http://schemas.microsoft.com/office/drawing/2014/main" id="{15B05F2F-8352-AB3A-7341-67ABF7F9B771}"/>
              </a:ext>
            </a:extLst>
          </p:cNvPr>
          <p:cNvCxnSpPr>
            <a:cxnSpLocks/>
          </p:cNvCxnSpPr>
          <p:nvPr/>
        </p:nvCxnSpPr>
        <p:spPr>
          <a:xfrm>
            <a:off x="5289733" y="1563998"/>
            <a:ext cx="0" cy="776329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21">
            <a:extLst>
              <a:ext uri="{FF2B5EF4-FFF2-40B4-BE49-F238E27FC236}">
                <a16:creationId xmlns:a16="http://schemas.microsoft.com/office/drawing/2014/main" id="{BFD36EBB-249D-19AF-8724-73171A2089CF}"/>
              </a:ext>
            </a:extLst>
          </p:cNvPr>
          <p:cNvCxnSpPr>
            <a:cxnSpLocks/>
          </p:cNvCxnSpPr>
          <p:nvPr/>
        </p:nvCxnSpPr>
        <p:spPr>
          <a:xfrm flipH="1">
            <a:off x="4659870" y="1986787"/>
            <a:ext cx="629863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B2AF4952-5EFE-6CE3-0B9D-4BA60AB3701E}"/>
              </a:ext>
            </a:extLst>
          </p:cNvPr>
          <p:cNvSpPr/>
          <p:nvPr/>
        </p:nvSpPr>
        <p:spPr>
          <a:xfrm>
            <a:off x="3565005" y="1747593"/>
            <a:ext cx="1374277" cy="474456"/>
          </a:xfrm>
          <a:prstGeom prst="rect">
            <a:avLst/>
          </a:prstGeom>
          <a:solidFill>
            <a:srgbClr val="3D9C84"/>
          </a:solidFill>
          <a:ln w="254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defRPr/>
            </a:pPr>
            <a:r>
              <a:rPr lang="en-NZ" altLang="fr-FR" sz="900" b="1">
                <a:latin typeface="+mn-lt"/>
              </a:rPr>
              <a:t>Graham Bruce</a:t>
            </a:r>
          </a:p>
          <a:p>
            <a:pPr algn="ctr" eaLnBrk="1" hangingPunct="1">
              <a:defRPr/>
            </a:pPr>
            <a:r>
              <a:rPr lang="en-NZ" altLang="fr-FR" sz="900">
                <a:latin typeface="+mn-lt"/>
              </a:rPr>
              <a:t>Director</a:t>
            </a:r>
          </a:p>
          <a:p>
            <a:pPr algn="ctr" eaLnBrk="1" hangingPunct="1">
              <a:defRPr/>
            </a:pPr>
            <a:r>
              <a:rPr lang="en-NZ" altLang="fr-FR" sz="900">
                <a:latin typeface="+mn-lt"/>
              </a:rPr>
              <a:t>Operations &amp; Quality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4FB8DCC-D396-646D-99BD-746BEA66DDE9}"/>
              </a:ext>
            </a:extLst>
          </p:cNvPr>
          <p:cNvSpPr/>
          <p:nvPr/>
        </p:nvSpPr>
        <p:spPr>
          <a:xfrm>
            <a:off x="4597346" y="1230108"/>
            <a:ext cx="1374279" cy="388490"/>
          </a:xfrm>
          <a:prstGeom prst="rect">
            <a:avLst/>
          </a:prstGeom>
          <a:solidFill>
            <a:srgbClr val="002166"/>
          </a:solidFill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defRPr/>
            </a:pPr>
            <a:r>
              <a:rPr lang="en-NZ" altLang="fr-FR" sz="900" b="1">
                <a:latin typeface="+mn-lt"/>
              </a:rPr>
              <a:t>Ludovic Hutier</a:t>
            </a:r>
          </a:p>
          <a:p>
            <a:pPr algn="ctr" eaLnBrk="1" hangingPunct="1">
              <a:defRPr/>
            </a:pPr>
            <a:r>
              <a:rPr lang="en-NZ" altLang="fr-FR" sz="900">
                <a:latin typeface="+mn-lt"/>
              </a:rPr>
              <a:t>Chief Executive Officer</a:t>
            </a:r>
          </a:p>
        </p:txBody>
      </p:sp>
      <p:cxnSp>
        <p:nvCxnSpPr>
          <p:cNvPr id="47" name="Connecteur droit 21">
            <a:extLst>
              <a:ext uri="{FF2B5EF4-FFF2-40B4-BE49-F238E27FC236}">
                <a16:creationId xmlns:a16="http://schemas.microsoft.com/office/drawing/2014/main" id="{475F38E4-E0F0-1157-740B-2EA754A39F50}"/>
              </a:ext>
            </a:extLst>
          </p:cNvPr>
          <p:cNvCxnSpPr>
            <a:cxnSpLocks/>
          </p:cNvCxnSpPr>
          <p:nvPr/>
        </p:nvCxnSpPr>
        <p:spPr>
          <a:xfrm>
            <a:off x="3689533" y="2340327"/>
            <a:ext cx="0" cy="776329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801A8E6D-808E-9FA4-5DDE-F01B04096AE4}"/>
              </a:ext>
            </a:extLst>
          </p:cNvPr>
          <p:cNvSpPr/>
          <p:nvPr/>
        </p:nvSpPr>
        <p:spPr>
          <a:xfrm>
            <a:off x="2450771" y="2826573"/>
            <a:ext cx="1363784" cy="478569"/>
          </a:xfrm>
          <a:prstGeom prst="rect">
            <a:avLst/>
          </a:prstGeom>
          <a:solidFill>
            <a:srgbClr val="3D9C84"/>
          </a:solidFill>
          <a:ln w="254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defRPr/>
            </a:pPr>
            <a:r>
              <a:rPr lang="en-NZ" altLang="fr-FR" sz="900" b="1">
                <a:latin typeface="+mn-lt"/>
              </a:rPr>
              <a:t>Thasa Balasubramaniam</a:t>
            </a:r>
          </a:p>
          <a:p>
            <a:pPr algn="ctr" eaLnBrk="1" hangingPunct="1">
              <a:defRPr/>
            </a:pPr>
            <a:r>
              <a:rPr lang="en-NZ" altLang="fr-FR" sz="900">
                <a:latin typeface="+mn-lt"/>
              </a:rPr>
              <a:t>Head of Provisioning</a:t>
            </a:r>
          </a:p>
          <a:p>
            <a:pPr algn="ctr" eaLnBrk="1" hangingPunct="1">
              <a:defRPr/>
            </a:pPr>
            <a:r>
              <a:rPr lang="en-NZ" altLang="fr-FR" sz="900">
                <a:latin typeface="+mn-lt"/>
              </a:rPr>
              <a:t>&amp; Service Delivery</a:t>
            </a:r>
          </a:p>
        </p:txBody>
      </p:sp>
      <p:cxnSp>
        <p:nvCxnSpPr>
          <p:cNvPr id="51" name="Connecteur droit 21">
            <a:extLst>
              <a:ext uri="{FF2B5EF4-FFF2-40B4-BE49-F238E27FC236}">
                <a16:creationId xmlns:a16="http://schemas.microsoft.com/office/drawing/2014/main" id="{8F0D3372-ABF5-CABF-1066-266AD55251B9}"/>
              </a:ext>
            </a:extLst>
          </p:cNvPr>
          <p:cNvCxnSpPr>
            <a:cxnSpLocks/>
          </p:cNvCxnSpPr>
          <p:nvPr/>
        </p:nvCxnSpPr>
        <p:spPr>
          <a:xfrm flipH="1">
            <a:off x="6087037" y="2690882"/>
            <a:ext cx="2821616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eur droit 21">
            <a:extLst>
              <a:ext uri="{FF2B5EF4-FFF2-40B4-BE49-F238E27FC236}">
                <a16:creationId xmlns:a16="http://schemas.microsoft.com/office/drawing/2014/main" id="{80E92943-70AD-2DC8-BDEC-CEDFF558C414}"/>
              </a:ext>
            </a:extLst>
          </p:cNvPr>
          <p:cNvCxnSpPr>
            <a:cxnSpLocks/>
          </p:cNvCxnSpPr>
          <p:nvPr/>
        </p:nvCxnSpPr>
        <p:spPr>
          <a:xfrm>
            <a:off x="6092305" y="2684947"/>
            <a:ext cx="0" cy="390443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eur droit 21">
            <a:extLst>
              <a:ext uri="{FF2B5EF4-FFF2-40B4-BE49-F238E27FC236}">
                <a16:creationId xmlns:a16="http://schemas.microsoft.com/office/drawing/2014/main" id="{44ACDF08-DA74-C1FF-703C-0A4540BD73CC}"/>
              </a:ext>
            </a:extLst>
          </p:cNvPr>
          <p:cNvCxnSpPr>
            <a:cxnSpLocks/>
          </p:cNvCxnSpPr>
          <p:nvPr/>
        </p:nvCxnSpPr>
        <p:spPr>
          <a:xfrm>
            <a:off x="7505121" y="2684947"/>
            <a:ext cx="0" cy="390443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21">
            <a:extLst>
              <a:ext uri="{FF2B5EF4-FFF2-40B4-BE49-F238E27FC236}">
                <a16:creationId xmlns:a16="http://schemas.microsoft.com/office/drawing/2014/main" id="{4CDC58F4-B43E-F87E-6248-0E579EE76EDE}"/>
              </a:ext>
            </a:extLst>
          </p:cNvPr>
          <p:cNvCxnSpPr>
            <a:cxnSpLocks/>
          </p:cNvCxnSpPr>
          <p:nvPr/>
        </p:nvCxnSpPr>
        <p:spPr>
          <a:xfrm>
            <a:off x="6345344" y="2294504"/>
            <a:ext cx="0" cy="390443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21">
            <a:extLst>
              <a:ext uri="{FF2B5EF4-FFF2-40B4-BE49-F238E27FC236}">
                <a16:creationId xmlns:a16="http://schemas.microsoft.com/office/drawing/2014/main" id="{4CC809BE-F81C-EC0B-9C6B-3F2327154BFF}"/>
              </a:ext>
            </a:extLst>
          </p:cNvPr>
          <p:cNvCxnSpPr>
            <a:cxnSpLocks/>
          </p:cNvCxnSpPr>
          <p:nvPr/>
        </p:nvCxnSpPr>
        <p:spPr>
          <a:xfrm>
            <a:off x="8908653" y="2684947"/>
            <a:ext cx="0" cy="390443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16BE256E-FFC9-371E-D87E-0EFA011D2575}"/>
              </a:ext>
            </a:extLst>
          </p:cNvPr>
          <p:cNvSpPr/>
          <p:nvPr/>
        </p:nvSpPr>
        <p:spPr>
          <a:xfrm>
            <a:off x="7014089" y="2826573"/>
            <a:ext cx="1136787" cy="474457"/>
          </a:xfrm>
          <a:prstGeom prst="rect">
            <a:avLst/>
          </a:prstGeom>
          <a:solidFill>
            <a:srgbClr val="3D9C84"/>
          </a:solidFill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defRPr/>
            </a:pPr>
            <a:r>
              <a:rPr lang="en-NZ" sz="900" b="1">
                <a:latin typeface="+mn-lt"/>
              </a:rPr>
              <a:t>Oscar Yip</a:t>
            </a:r>
            <a:endParaRPr lang="en-NZ" sz="900">
              <a:latin typeface="+mn-lt"/>
            </a:endParaRPr>
          </a:p>
          <a:p>
            <a:pPr algn="ctr" eaLnBrk="1" hangingPunct="1">
              <a:defRPr/>
            </a:pPr>
            <a:r>
              <a:rPr lang="en-NZ" altLang="fr-FR" sz="900">
                <a:latin typeface="+mn-lt"/>
              </a:rPr>
              <a:t>Full Stack </a:t>
            </a:r>
          </a:p>
          <a:p>
            <a:pPr algn="ctr" eaLnBrk="1" hangingPunct="1">
              <a:defRPr/>
            </a:pPr>
            <a:r>
              <a:rPr lang="en-NZ" altLang="fr-FR" sz="900">
                <a:latin typeface="+mn-lt"/>
              </a:rPr>
              <a:t>Developer 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38DD880-5C44-01D7-FE2A-A67C4437CCC2}"/>
              </a:ext>
            </a:extLst>
          </p:cNvPr>
          <p:cNvSpPr/>
          <p:nvPr/>
        </p:nvSpPr>
        <p:spPr>
          <a:xfrm>
            <a:off x="8283566" y="2826573"/>
            <a:ext cx="1250991" cy="474456"/>
          </a:xfrm>
          <a:prstGeom prst="rect">
            <a:avLst/>
          </a:prstGeom>
          <a:solidFill>
            <a:srgbClr val="3D9C84"/>
          </a:solidFill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defRPr/>
            </a:pPr>
            <a:r>
              <a:rPr lang="en-NZ" sz="900" b="1">
                <a:latin typeface="+mn-lt"/>
              </a:rPr>
              <a:t>Vel. Sellakannu</a:t>
            </a:r>
          </a:p>
          <a:p>
            <a:pPr algn="ctr" eaLnBrk="1" hangingPunct="1">
              <a:defRPr/>
            </a:pPr>
            <a:r>
              <a:rPr lang="en-NZ" sz="900">
                <a:latin typeface="+mn-lt"/>
              </a:rPr>
              <a:t>Team Leader</a:t>
            </a:r>
            <a:endParaRPr lang="en-NZ" altLang="fr-FR" sz="900">
              <a:latin typeface="+mn-lt"/>
            </a:endParaRPr>
          </a:p>
          <a:p>
            <a:pPr algn="ctr" eaLnBrk="1" hangingPunct="1">
              <a:defRPr/>
            </a:pPr>
            <a:r>
              <a:rPr lang="en-NZ" sz="900">
                <a:latin typeface="+mn-lt"/>
              </a:rPr>
              <a:t>IT - Infrastructure</a:t>
            </a:r>
            <a:endParaRPr lang="en-NZ" altLang="fr-FR" sz="900">
              <a:latin typeface="+mn-lt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B8E442C-89EB-219D-78D9-038773DAA00D}"/>
              </a:ext>
            </a:extLst>
          </p:cNvPr>
          <p:cNvSpPr/>
          <p:nvPr/>
        </p:nvSpPr>
        <p:spPr>
          <a:xfrm>
            <a:off x="5409713" y="2826577"/>
            <a:ext cx="1354649" cy="474453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>
              <a:defRPr/>
            </a:pPr>
            <a:r>
              <a:rPr lang="en-NZ" sz="900" b="1">
                <a:latin typeface="+mn-lt"/>
              </a:rPr>
              <a:t>Ratnesh Pandit</a:t>
            </a:r>
          </a:p>
          <a:p>
            <a:pPr algn="ctr" eaLnBrk="1" hangingPunct="1">
              <a:defRPr/>
            </a:pPr>
            <a:r>
              <a:rPr lang="en-NZ" sz="900">
                <a:latin typeface="+mn-lt"/>
              </a:rPr>
              <a:t>Team Leader</a:t>
            </a:r>
          </a:p>
          <a:p>
            <a:pPr algn="ctr" eaLnBrk="1" hangingPunct="1">
              <a:defRPr/>
            </a:pPr>
            <a:r>
              <a:rPr lang="en-NZ" sz="900">
                <a:latin typeface="+mn-lt"/>
              </a:rPr>
              <a:t>Engineering &amp; Trans</a:t>
            </a:r>
            <a:endParaRPr lang="en-NZ" altLang="fr-FR" sz="900">
              <a:latin typeface="+mn-lt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2A1C0E9-4055-7097-BC30-E8DED6D4E8B7}"/>
              </a:ext>
            </a:extLst>
          </p:cNvPr>
          <p:cNvSpPr/>
          <p:nvPr/>
        </p:nvSpPr>
        <p:spPr>
          <a:xfrm>
            <a:off x="5624947" y="2108035"/>
            <a:ext cx="1374275" cy="474456"/>
          </a:xfrm>
          <a:prstGeom prst="rect">
            <a:avLst/>
          </a:prstGeom>
          <a:solidFill>
            <a:srgbClr val="3D9C84"/>
          </a:solidFill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defRPr/>
            </a:pPr>
            <a:r>
              <a:rPr lang="en-NZ" altLang="fr-FR" sz="900" b="1">
                <a:latin typeface="+mn-lt"/>
              </a:rPr>
              <a:t>Anael Greiveldinger</a:t>
            </a:r>
          </a:p>
          <a:p>
            <a:pPr algn="ctr" eaLnBrk="1" hangingPunct="1">
              <a:defRPr/>
            </a:pPr>
            <a:r>
              <a:rPr lang="en-NZ" altLang="fr-FR" sz="900">
                <a:latin typeface="+mn-lt"/>
              </a:rPr>
              <a:t>Director Engineering &amp; IT</a:t>
            </a:r>
          </a:p>
          <a:p>
            <a:pPr algn="ctr" eaLnBrk="1" hangingPunct="1">
              <a:defRPr/>
            </a:pPr>
            <a:r>
              <a:rPr lang="en-NZ" altLang="fr-FR" sz="900">
                <a:latin typeface="+mn-lt"/>
              </a:rPr>
              <a:t>Dep. Director Operations</a:t>
            </a:r>
          </a:p>
        </p:txBody>
      </p:sp>
      <p:cxnSp>
        <p:nvCxnSpPr>
          <p:cNvPr id="2" name="Connecteur droit 21">
            <a:extLst>
              <a:ext uri="{FF2B5EF4-FFF2-40B4-BE49-F238E27FC236}">
                <a16:creationId xmlns:a16="http://schemas.microsoft.com/office/drawing/2014/main" id="{5ACAEAF8-7EE0-EA84-A9B7-6C0A67188CD1}"/>
              </a:ext>
            </a:extLst>
          </p:cNvPr>
          <p:cNvCxnSpPr>
            <a:cxnSpLocks/>
          </p:cNvCxnSpPr>
          <p:nvPr/>
        </p:nvCxnSpPr>
        <p:spPr>
          <a:xfrm>
            <a:off x="1702237" y="2340327"/>
            <a:ext cx="0" cy="776329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6370AE6F-932B-E0DA-3810-799F38887A45}"/>
              </a:ext>
            </a:extLst>
          </p:cNvPr>
          <p:cNvSpPr/>
          <p:nvPr/>
        </p:nvSpPr>
        <p:spPr>
          <a:xfrm>
            <a:off x="287869" y="2826573"/>
            <a:ext cx="1485363" cy="478569"/>
          </a:xfrm>
          <a:prstGeom prst="rect">
            <a:avLst/>
          </a:prstGeom>
          <a:solidFill>
            <a:srgbClr val="3D9C84"/>
          </a:solidFill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defRPr/>
            </a:pPr>
            <a:r>
              <a:rPr lang="en-NZ" altLang="fr-FR" sz="900" b="1">
                <a:latin typeface="+mn-lt"/>
              </a:rPr>
              <a:t>Saeed Khan</a:t>
            </a:r>
          </a:p>
          <a:p>
            <a:pPr algn="ctr" eaLnBrk="1" hangingPunct="1">
              <a:defRPr/>
            </a:pPr>
            <a:r>
              <a:rPr lang="en-NZ" altLang="fr-FR" sz="900">
                <a:latin typeface="+mn-lt"/>
              </a:rPr>
              <a:t>Global CLS Manager</a:t>
            </a:r>
          </a:p>
          <a:p>
            <a:pPr algn="ctr" eaLnBrk="1" hangingPunct="1">
              <a:defRPr/>
            </a:pPr>
            <a:r>
              <a:rPr lang="en-NZ" altLang="fr-FR" sz="900">
                <a:latin typeface="+mn-lt"/>
              </a:rPr>
              <a:t>Dep. Maintenance Manager</a:t>
            </a:r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FF79757A-337A-53D1-BBF7-103E746989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68" t="11224" r="24033" b="41839"/>
          <a:stretch/>
        </p:blipFill>
        <p:spPr bwMode="auto">
          <a:xfrm>
            <a:off x="1652671" y="4382070"/>
            <a:ext cx="512678" cy="475547"/>
          </a:xfrm>
          <a:prstGeom prst="rect">
            <a:avLst/>
          </a:prstGeom>
          <a:noFill/>
          <a:ln w="254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E7B67A9A-95D4-DA11-8A74-9587479C1E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8288" y="5348409"/>
            <a:ext cx="389202" cy="499635"/>
          </a:xfrm>
          <a:prstGeom prst="rect">
            <a:avLst/>
          </a:prstGeom>
          <a:ln w="25400">
            <a:noFill/>
          </a:ln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A30F6093-2F4E-D37F-1DA7-9A2374DC97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34" t="15602" r="22640" b="16569"/>
          <a:stretch/>
        </p:blipFill>
        <p:spPr bwMode="auto">
          <a:xfrm>
            <a:off x="4994299" y="4096803"/>
            <a:ext cx="402819" cy="470816"/>
          </a:xfrm>
          <a:prstGeom prst="rect">
            <a:avLst/>
          </a:prstGeom>
          <a:noFill/>
          <a:ln w="254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DCD5618E-6DBC-FF32-D3A3-2BEC89813B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30" t="10884" r="15662" b="13761"/>
          <a:stretch/>
        </p:blipFill>
        <p:spPr bwMode="auto">
          <a:xfrm>
            <a:off x="3796865" y="2809877"/>
            <a:ext cx="447862" cy="489769"/>
          </a:xfrm>
          <a:prstGeom prst="rect">
            <a:avLst/>
          </a:prstGeom>
          <a:noFill/>
          <a:ln w="254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FAABC165-73F9-0752-F396-F4F86DD05B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85" t="20991" r="20027" b="13396"/>
          <a:stretch/>
        </p:blipFill>
        <p:spPr bwMode="auto">
          <a:xfrm>
            <a:off x="3888451" y="4793999"/>
            <a:ext cx="414517" cy="474335"/>
          </a:xfrm>
          <a:prstGeom prst="rect">
            <a:avLst/>
          </a:prstGeom>
          <a:noFill/>
          <a:ln w="254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65CD4977-4734-FA15-6726-1ADE98DCFC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40" t="13217" r="17970" b="17230"/>
          <a:stretch/>
        </p:blipFill>
        <p:spPr bwMode="auto">
          <a:xfrm>
            <a:off x="3908995" y="5913217"/>
            <a:ext cx="394044" cy="482191"/>
          </a:xfrm>
          <a:prstGeom prst="rect">
            <a:avLst/>
          </a:prstGeom>
          <a:noFill/>
          <a:ln w="254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177E2FD1-F7DE-BE5B-41CE-BB9A6BFD482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06207" y="5348409"/>
            <a:ext cx="392279" cy="484193"/>
          </a:xfrm>
          <a:prstGeom prst="rect">
            <a:avLst/>
          </a:prstGeom>
          <a:ln w="25400">
            <a:noFill/>
          </a:ln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2A8E33D5-0226-58B0-3F69-5E9A16762EA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18410" y="5910699"/>
            <a:ext cx="379080" cy="474456"/>
          </a:xfrm>
          <a:prstGeom prst="rect">
            <a:avLst/>
          </a:prstGeom>
          <a:ln w="25400">
            <a:noFill/>
          </a:ln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0C683DC7-D4FB-2AE7-9119-4F0E3C4378C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55055" y="3401589"/>
            <a:ext cx="361309" cy="479585"/>
          </a:xfrm>
          <a:prstGeom prst="rect">
            <a:avLst/>
          </a:prstGeom>
          <a:ln w="25400">
            <a:noFill/>
          </a:ln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862CCAB4-C273-7A4E-9C22-E1AB8827A9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54" t="19498" r="13326" b="12096"/>
          <a:stretch/>
        </p:blipFill>
        <p:spPr bwMode="auto">
          <a:xfrm>
            <a:off x="4746396" y="1750603"/>
            <a:ext cx="504829" cy="474215"/>
          </a:xfrm>
          <a:prstGeom prst="rect">
            <a:avLst/>
          </a:prstGeom>
          <a:noFill/>
          <a:ln w="254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BEB426E5-F7AF-2327-1CB8-380705DA95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66" t="14118" r="13839" b="13654"/>
          <a:stretch/>
        </p:blipFill>
        <p:spPr bwMode="auto">
          <a:xfrm>
            <a:off x="5800539" y="4789323"/>
            <a:ext cx="421263" cy="470783"/>
          </a:xfrm>
          <a:prstGeom prst="rect">
            <a:avLst/>
          </a:prstGeom>
          <a:noFill/>
          <a:ln w="254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1DE8A219-C2C7-8BC9-8757-20CDCB7CEE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51" t="13961" r="21131" b="17100"/>
          <a:stretch/>
        </p:blipFill>
        <p:spPr bwMode="auto">
          <a:xfrm>
            <a:off x="1463721" y="2105014"/>
            <a:ext cx="386381" cy="488424"/>
          </a:xfrm>
          <a:prstGeom prst="rect">
            <a:avLst/>
          </a:prstGeom>
          <a:noFill/>
          <a:ln w="254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5E3336EF-FA9C-19F9-A6CE-AC9AE1563B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23" t="11630" r="12242" b="5342"/>
          <a:stretch/>
        </p:blipFill>
        <p:spPr bwMode="auto">
          <a:xfrm>
            <a:off x="1711898" y="2821077"/>
            <a:ext cx="354796" cy="478569"/>
          </a:xfrm>
          <a:prstGeom prst="rect">
            <a:avLst/>
          </a:prstGeom>
          <a:noFill/>
          <a:ln w="254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DCF1D612-9B59-D695-1027-3125D4F484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53" t="15353" r="13751" b="10879"/>
          <a:stretch/>
        </p:blipFill>
        <p:spPr bwMode="auto">
          <a:xfrm>
            <a:off x="2021388" y="4925196"/>
            <a:ext cx="412577" cy="484194"/>
          </a:xfrm>
          <a:prstGeom prst="rect">
            <a:avLst/>
          </a:prstGeom>
          <a:noFill/>
          <a:ln w="254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C3835FC1-09DD-1F3D-A566-C4DDE45D47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39" t="16760" r="14128" b="11408"/>
          <a:stretch/>
        </p:blipFill>
        <p:spPr bwMode="auto">
          <a:xfrm>
            <a:off x="1681535" y="3836988"/>
            <a:ext cx="421490" cy="466712"/>
          </a:xfrm>
          <a:prstGeom prst="rect">
            <a:avLst/>
          </a:prstGeom>
          <a:noFill/>
          <a:ln w="254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346D55E8-163E-9375-E3CF-7DDF87BA5E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04" t="9916" r="19987"/>
          <a:stretch/>
        </p:blipFill>
        <p:spPr bwMode="auto">
          <a:xfrm>
            <a:off x="6997750" y="2105014"/>
            <a:ext cx="375194" cy="489744"/>
          </a:xfrm>
          <a:prstGeom prst="rect">
            <a:avLst/>
          </a:prstGeom>
          <a:noFill/>
          <a:ln w="254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F111E3F2-D2B6-03D0-5C95-9B2BA4BDE224}"/>
              </a:ext>
            </a:extLst>
          </p:cNvPr>
          <p:cNvPicPr>
            <a:picLocks noChangeAspect="1"/>
          </p:cNvPicPr>
          <p:nvPr/>
        </p:nvPicPr>
        <p:blipFill rotWithShape="1">
          <a:blip r:embed="rId18"/>
          <a:srcRect l="31500" t="12400" r="26714" b="31628"/>
          <a:stretch/>
        </p:blipFill>
        <p:spPr>
          <a:xfrm>
            <a:off x="9370446" y="3958085"/>
            <a:ext cx="321987" cy="478569"/>
          </a:xfrm>
          <a:prstGeom prst="rect">
            <a:avLst/>
          </a:prstGeom>
          <a:ln w="25400">
            <a:noFill/>
          </a:ln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B28AB226-0407-A263-6FFF-F45F7643B00F}"/>
              </a:ext>
            </a:extLst>
          </p:cNvPr>
          <p:cNvPicPr>
            <a:picLocks noChangeAspect="1"/>
          </p:cNvPicPr>
          <p:nvPr/>
        </p:nvPicPr>
        <p:blipFill rotWithShape="1">
          <a:blip r:embed="rId19"/>
          <a:srcRect l="32088" t="17512" r="35121" b="30938"/>
          <a:stretch/>
        </p:blipFill>
        <p:spPr>
          <a:xfrm>
            <a:off x="9364528" y="2825626"/>
            <a:ext cx="321987" cy="474020"/>
          </a:xfrm>
          <a:prstGeom prst="rect">
            <a:avLst/>
          </a:prstGeom>
          <a:ln w="25400">
            <a:noFill/>
          </a:ln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6CB3BBE1-90BF-FFB4-33ED-F9A32BE6C18C}"/>
              </a:ext>
            </a:extLst>
          </p:cNvPr>
          <p:cNvPicPr>
            <a:picLocks noChangeAspect="1"/>
          </p:cNvPicPr>
          <p:nvPr/>
        </p:nvPicPr>
        <p:blipFill rotWithShape="1">
          <a:blip r:embed="rId20"/>
          <a:srcRect l="27675" r="19513"/>
          <a:stretch/>
        </p:blipFill>
        <p:spPr>
          <a:xfrm>
            <a:off x="9384609" y="3406718"/>
            <a:ext cx="288954" cy="497685"/>
          </a:xfrm>
          <a:prstGeom prst="rect">
            <a:avLst/>
          </a:prstGeom>
          <a:ln w="25400">
            <a:noFill/>
          </a:ln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DD70E05B-663D-BF7F-35F1-BF57FAD89F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13" t="13701" r="18729"/>
          <a:stretch/>
        </p:blipFill>
        <p:spPr bwMode="auto">
          <a:xfrm>
            <a:off x="6009697" y="1252128"/>
            <a:ext cx="335647" cy="410696"/>
          </a:xfrm>
          <a:prstGeom prst="rect">
            <a:avLst/>
          </a:prstGeom>
          <a:noFill/>
          <a:ln w="254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5" name="Rectangle 94">
            <a:extLst>
              <a:ext uri="{FF2B5EF4-FFF2-40B4-BE49-F238E27FC236}">
                <a16:creationId xmlns:a16="http://schemas.microsoft.com/office/drawing/2014/main" id="{0C0D550C-8F00-E8C9-269E-6A54B181E932}"/>
              </a:ext>
            </a:extLst>
          </p:cNvPr>
          <p:cNvSpPr/>
          <p:nvPr/>
        </p:nvSpPr>
        <p:spPr>
          <a:xfrm>
            <a:off x="8950501" y="5136800"/>
            <a:ext cx="723062" cy="222209"/>
          </a:xfrm>
          <a:prstGeom prst="rect">
            <a:avLst/>
          </a:prstGeom>
          <a:solidFill>
            <a:srgbClr val="3D9C84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defRPr/>
            </a:pPr>
            <a:r>
              <a:rPr lang="en-US" altLang="fr-FR" sz="900">
                <a:latin typeface="+mj-lt"/>
              </a:rPr>
              <a:t>NZ based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519435CF-FB8B-D701-D351-2E94088CAF9C}"/>
              </a:ext>
            </a:extLst>
          </p:cNvPr>
          <p:cNvSpPr/>
          <p:nvPr/>
        </p:nvSpPr>
        <p:spPr>
          <a:xfrm>
            <a:off x="8950500" y="5453073"/>
            <a:ext cx="723062" cy="222209"/>
          </a:xfrm>
          <a:prstGeom prst="rect">
            <a:avLst/>
          </a:prstGeom>
          <a:solidFill>
            <a:srgbClr val="3D9C84"/>
          </a:solidFill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defRPr/>
            </a:pPr>
            <a:r>
              <a:rPr lang="en-US" altLang="fr-FR" sz="900">
                <a:latin typeface="+mj-lt"/>
              </a:rPr>
              <a:t>AU based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CA4E6A7F-163D-08BE-5E05-C3C8D2BA854B}"/>
              </a:ext>
            </a:extLst>
          </p:cNvPr>
          <p:cNvSpPr/>
          <p:nvPr/>
        </p:nvSpPr>
        <p:spPr>
          <a:xfrm>
            <a:off x="8950500" y="5754797"/>
            <a:ext cx="723062" cy="450285"/>
          </a:xfrm>
          <a:prstGeom prst="rect">
            <a:avLst/>
          </a:prstGeom>
          <a:solidFill>
            <a:srgbClr val="3D9C84"/>
          </a:solidFill>
          <a:ln w="28575">
            <a:solidFill>
              <a:schemeClr val="tx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defRPr/>
            </a:pPr>
            <a:r>
              <a:rPr lang="en-US" altLang="fr-FR" sz="900">
                <a:latin typeface="+mj-lt"/>
              </a:rPr>
              <a:t>Other location based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8600AC62-C5E7-CEDC-09FE-4FC621412AC8}"/>
              </a:ext>
            </a:extLst>
          </p:cNvPr>
          <p:cNvSpPr/>
          <p:nvPr/>
        </p:nvSpPr>
        <p:spPr>
          <a:xfrm>
            <a:off x="8950500" y="6266841"/>
            <a:ext cx="749570" cy="278043"/>
          </a:xfrm>
          <a:prstGeom prst="rect">
            <a:avLst/>
          </a:prstGeom>
          <a:solidFill>
            <a:srgbClr val="3D9C84"/>
          </a:solidFill>
          <a:ln w="22225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defRPr/>
            </a:pPr>
            <a:r>
              <a:rPr lang="en-US" altLang="fr-FR" sz="900">
                <a:latin typeface="+mj-lt"/>
              </a:rPr>
              <a:t>Contractor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B0DC38D-4384-BF2F-72DE-B490C35BFA80}"/>
              </a:ext>
            </a:extLst>
          </p:cNvPr>
          <p:cNvSpPr/>
          <p:nvPr/>
        </p:nvSpPr>
        <p:spPr>
          <a:xfrm>
            <a:off x="5397118" y="2829792"/>
            <a:ext cx="1363784" cy="478569"/>
          </a:xfrm>
          <a:prstGeom prst="rect">
            <a:avLst/>
          </a:prstGeom>
          <a:solidFill>
            <a:srgbClr val="3D9C84"/>
          </a:solidFill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defRPr/>
            </a:pPr>
            <a:r>
              <a:rPr lang="en-NZ" altLang="fr-FR" sz="900" b="1">
                <a:latin typeface="+mn-lt"/>
              </a:rPr>
              <a:t>Pat Curtis</a:t>
            </a:r>
          </a:p>
          <a:p>
            <a:pPr algn="ctr" eaLnBrk="1" hangingPunct="1">
              <a:defRPr/>
            </a:pPr>
            <a:r>
              <a:rPr lang="en-NZ" altLang="fr-FR" sz="900">
                <a:latin typeface="+mn-lt"/>
              </a:rPr>
              <a:t>Optical transmission Engineer  </a:t>
            </a: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FF38A699-0BE4-C680-D10B-BE7F7214E5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48" t="16621" r="30560" b="15445"/>
          <a:stretch/>
        </p:blipFill>
        <p:spPr bwMode="auto">
          <a:xfrm>
            <a:off x="6522882" y="2842943"/>
            <a:ext cx="298196" cy="463219"/>
          </a:xfrm>
          <a:prstGeom prst="rect">
            <a:avLst/>
          </a:prstGeom>
          <a:noFill/>
          <a:ln w="254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Oscar Yip">
            <a:extLst>
              <a:ext uri="{FF2B5EF4-FFF2-40B4-BE49-F238E27FC236}">
                <a16:creationId xmlns:a16="http://schemas.microsoft.com/office/drawing/2014/main" id="{177A2FA9-C80D-F389-ABBD-4C9B009702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94" r="19810"/>
          <a:stretch/>
        </p:blipFill>
        <p:spPr bwMode="auto">
          <a:xfrm>
            <a:off x="7855045" y="2825629"/>
            <a:ext cx="296715" cy="474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Rectangle 47">
            <a:extLst>
              <a:ext uri="{FF2B5EF4-FFF2-40B4-BE49-F238E27FC236}">
                <a16:creationId xmlns:a16="http://schemas.microsoft.com/office/drawing/2014/main" id="{E05A2DE1-ECEB-B215-BB68-15C64311E896}"/>
              </a:ext>
            </a:extLst>
          </p:cNvPr>
          <p:cNvSpPr/>
          <p:nvPr/>
        </p:nvSpPr>
        <p:spPr>
          <a:xfrm>
            <a:off x="2458306" y="3366897"/>
            <a:ext cx="1363784" cy="478569"/>
          </a:xfrm>
          <a:prstGeom prst="rect">
            <a:avLst/>
          </a:prstGeom>
          <a:solidFill>
            <a:srgbClr val="3D9C84"/>
          </a:solidFill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NZ" altLang="fr-FR" sz="900" b="1">
                <a:latin typeface="+mj-lt"/>
              </a:rPr>
              <a:t>Oday Al </a:t>
            </a:r>
            <a:r>
              <a:rPr lang="en-NZ" altLang="fr-FR" sz="900" b="1" err="1">
                <a:latin typeface="+mj-lt"/>
              </a:rPr>
              <a:t>Taai</a:t>
            </a:r>
            <a:endParaRPr lang="en-NZ" altLang="fr-FR" sz="900" b="1">
              <a:latin typeface="+mj-lt"/>
            </a:endParaRPr>
          </a:p>
          <a:p>
            <a:pPr algn="ctr" eaLnBrk="1" hangingPunct="1"/>
            <a:r>
              <a:rPr lang="en-NZ" altLang="fr-FR" sz="900">
                <a:latin typeface="+mj-lt"/>
              </a:rPr>
              <a:t>Provisioning Engineer</a:t>
            </a:r>
          </a:p>
        </p:txBody>
      </p:sp>
      <p:pic>
        <p:nvPicPr>
          <p:cNvPr id="2052" name="Picture 4" descr="Oday Al Taai">
            <a:extLst>
              <a:ext uri="{FF2B5EF4-FFF2-40B4-BE49-F238E27FC236}">
                <a16:creationId xmlns:a16="http://schemas.microsoft.com/office/drawing/2014/main" id="{7E46998A-2CC4-79B3-61A5-D69343E0A5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4967" y="3377887"/>
            <a:ext cx="479586" cy="479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0" name="Rectangle 69">
            <a:extLst>
              <a:ext uri="{FF2B5EF4-FFF2-40B4-BE49-F238E27FC236}">
                <a16:creationId xmlns:a16="http://schemas.microsoft.com/office/drawing/2014/main" id="{D5848F4B-1387-C098-6E2A-A9CED58A26E4}"/>
              </a:ext>
            </a:extLst>
          </p:cNvPr>
          <p:cNvSpPr/>
          <p:nvPr/>
        </p:nvSpPr>
        <p:spPr>
          <a:xfrm>
            <a:off x="8417137" y="4508092"/>
            <a:ext cx="1072511" cy="464893"/>
          </a:xfrm>
          <a:prstGeom prst="rect">
            <a:avLst/>
          </a:prstGeom>
          <a:solidFill>
            <a:srgbClr val="3D9C84"/>
          </a:solidFill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NZ" altLang="fr-FR" sz="900">
                <a:latin typeface="+mj-lt"/>
              </a:rPr>
              <a:t>Margaux Faurie</a:t>
            </a:r>
          </a:p>
          <a:p>
            <a:pPr algn="ctr" eaLnBrk="1" hangingPunct="1"/>
            <a:r>
              <a:rPr lang="en-NZ" altLang="fr-FR" sz="900">
                <a:latin typeface="+mj-lt"/>
              </a:rPr>
              <a:t>IT PM Apprentice</a:t>
            </a:r>
          </a:p>
        </p:txBody>
      </p:sp>
      <p:pic>
        <p:nvPicPr>
          <p:cNvPr id="2054" name="Picture 6" descr="Margaux Faurie">
            <a:extLst>
              <a:ext uri="{FF2B5EF4-FFF2-40B4-BE49-F238E27FC236}">
                <a16:creationId xmlns:a16="http://schemas.microsoft.com/office/drawing/2014/main" id="{3E3779EE-F7C8-CBD2-FCAE-5A315104FF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87" t="6062" r="22149" b="23250"/>
          <a:stretch/>
        </p:blipFill>
        <p:spPr bwMode="auto">
          <a:xfrm>
            <a:off x="9353029" y="4505871"/>
            <a:ext cx="321498" cy="442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Rectangle 67">
            <a:extLst>
              <a:ext uri="{FF2B5EF4-FFF2-40B4-BE49-F238E27FC236}">
                <a16:creationId xmlns:a16="http://schemas.microsoft.com/office/drawing/2014/main" id="{B825F430-8D20-31FB-D12C-B673AE84C10F}"/>
              </a:ext>
            </a:extLst>
          </p:cNvPr>
          <p:cNvSpPr/>
          <p:nvPr/>
        </p:nvSpPr>
        <p:spPr>
          <a:xfrm>
            <a:off x="6997367" y="3377887"/>
            <a:ext cx="1050392" cy="474457"/>
          </a:xfrm>
          <a:prstGeom prst="rect">
            <a:avLst/>
          </a:prstGeom>
          <a:solidFill>
            <a:srgbClr val="3D9C84"/>
          </a:solidFill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NZ" sz="900">
                <a:latin typeface="+mj-lt"/>
              </a:rPr>
              <a:t>Akshat Tandon</a:t>
            </a:r>
          </a:p>
          <a:p>
            <a:pPr algn="ctr" eaLnBrk="1" hangingPunct="1"/>
            <a:r>
              <a:rPr lang="en-NZ" sz="900">
                <a:latin typeface="+mj-lt"/>
              </a:rPr>
              <a:t>Team Leader</a:t>
            </a:r>
          </a:p>
          <a:p>
            <a:pPr algn="ctr" eaLnBrk="1" hangingPunct="1"/>
            <a:r>
              <a:rPr lang="en-NZ" altLang="fr-FR" sz="900">
                <a:latin typeface="+mj-lt"/>
              </a:rPr>
              <a:t>IT - Development</a:t>
            </a: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34E946B0-8F32-C62B-942A-5434E11A31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82" r="12768"/>
          <a:stretch/>
        </p:blipFill>
        <p:spPr bwMode="auto">
          <a:xfrm>
            <a:off x="7950214" y="3373551"/>
            <a:ext cx="312090" cy="535659"/>
          </a:xfrm>
          <a:prstGeom prst="rect">
            <a:avLst/>
          </a:prstGeom>
          <a:noFill/>
          <a:ln w="254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6641165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">
            <a:extLst>
              <a:ext uri="{FF2B5EF4-FFF2-40B4-BE49-F238E27FC236}">
                <a16:creationId xmlns:a16="http://schemas.microsoft.com/office/drawing/2014/main" id="{E2C003DC-1FDE-70EE-9610-73B1481D5D67}"/>
              </a:ext>
            </a:extLst>
          </p:cNvPr>
          <p:cNvSpPr txBox="1">
            <a:spLocks/>
          </p:cNvSpPr>
          <p:nvPr/>
        </p:nvSpPr>
        <p:spPr>
          <a:xfrm>
            <a:off x="9091261" y="0"/>
            <a:ext cx="630588" cy="973380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700" kern="1200">
                <a:solidFill>
                  <a:srgbClr val="1C3BA0"/>
                </a:solidFill>
                <a:latin typeface="Arial" charset="0"/>
                <a:ea typeface="+mn-ea"/>
                <a:cs typeface="Arial" charset="0"/>
                <a:sym typeface="Wingdings 2" pitchFamily="18" charset="2"/>
              </a:defRPr>
            </a:lvl1pPr>
            <a:lvl2pPr marL="411086" algn="l" rtl="0" fontAlgn="base">
              <a:spcBef>
                <a:spcPct val="0"/>
              </a:spcBef>
              <a:spcAft>
                <a:spcPct val="0"/>
              </a:spcAft>
              <a:defRPr sz="2700" kern="1200">
                <a:solidFill>
                  <a:schemeClr val="bg1"/>
                </a:solidFill>
                <a:latin typeface="Arial" charset="0"/>
                <a:ea typeface="+mn-ea"/>
                <a:cs typeface="Arial" charset="0"/>
                <a:sym typeface="Wingdings 2" pitchFamily="18" charset="2"/>
              </a:defRPr>
            </a:lvl2pPr>
            <a:lvl3pPr marL="822189" algn="l" rtl="0" fontAlgn="base">
              <a:spcBef>
                <a:spcPct val="0"/>
              </a:spcBef>
              <a:spcAft>
                <a:spcPct val="0"/>
              </a:spcAft>
              <a:defRPr sz="2700" kern="1200">
                <a:solidFill>
                  <a:schemeClr val="bg1"/>
                </a:solidFill>
                <a:latin typeface="Arial" charset="0"/>
                <a:ea typeface="+mn-ea"/>
                <a:cs typeface="Arial" charset="0"/>
                <a:sym typeface="Wingdings 2" pitchFamily="18" charset="2"/>
              </a:defRPr>
            </a:lvl3pPr>
            <a:lvl4pPr marL="1233291" algn="l" rtl="0" fontAlgn="base">
              <a:spcBef>
                <a:spcPct val="0"/>
              </a:spcBef>
              <a:spcAft>
                <a:spcPct val="0"/>
              </a:spcAft>
              <a:defRPr sz="2700" kern="1200">
                <a:solidFill>
                  <a:schemeClr val="bg1"/>
                </a:solidFill>
                <a:latin typeface="Arial" charset="0"/>
                <a:ea typeface="+mn-ea"/>
                <a:cs typeface="Arial" charset="0"/>
                <a:sym typeface="Wingdings 2" pitchFamily="18" charset="2"/>
              </a:defRPr>
            </a:lvl4pPr>
            <a:lvl5pPr marL="1644378" algn="l" rtl="0" fontAlgn="base">
              <a:spcBef>
                <a:spcPct val="0"/>
              </a:spcBef>
              <a:spcAft>
                <a:spcPct val="0"/>
              </a:spcAft>
              <a:defRPr sz="2700" kern="1200">
                <a:solidFill>
                  <a:schemeClr val="bg1"/>
                </a:solidFill>
                <a:latin typeface="Arial" charset="0"/>
                <a:ea typeface="+mn-ea"/>
                <a:cs typeface="Arial" charset="0"/>
                <a:sym typeface="Wingdings 2" pitchFamily="18" charset="2"/>
              </a:defRPr>
            </a:lvl5pPr>
            <a:lvl6pPr marL="2055489" algn="l" defTabSz="822189" rtl="0" eaLnBrk="1" latinLnBrk="0" hangingPunct="1">
              <a:defRPr sz="2700" kern="1200">
                <a:solidFill>
                  <a:schemeClr val="bg1"/>
                </a:solidFill>
                <a:latin typeface="Arial" charset="0"/>
                <a:ea typeface="+mn-ea"/>
                <a:cs typeface="Arial" charset="0"/>
                <a:sym typeface="Wingdings 2" pitchFamily="18" charset="2"/>
              </a:defRPr>
            </a:lvl6pPr>
            <a:lvl7pPr marL="2466595" algn="l" defTabSz="822189" rtl="0" eaLnBrk="1" latinLnBrk="0" hangingPunct="1">
              <a:defRPr sz="2700" kern="1200">
                <a:solidFill>
                  <a:schemeClr val="bg1"/>
                </a:solidFill>
                <a:latin typeface="Arial" charset="0"/>
                <a:ea typeface="+mn-ea"/>
                <a:cs typeface="Arial" charset="0"/>
                <a:sym typeface="Wingdings 2" pitchFamily="18" charset="2"/>
              </a:defRPr>
            </a:lvl7pPr>
            <a:lvl8pPr marL="2877676" algn="l" defTabSz="822189" rtl="0" eaLnBrk="1" latinLnBrk="0" hangingPunct="1">
              <a:defRPr sz="2700" kern="1200">
                <a:solidFill>
                  <a:schemeClr val="bg1"/>
                </a:solidFill>
                <a:latin typeface="Arial" charset="0"/>
                <a:ea typeface="+mn-ea"/>
                <a:cs typeface="Arial" charset="0"/>
                <a:sym typeface="Wingdings 2" pitchFamily="18" charset="2"/>
              </a:defRPr>
            </a:lvl8pPr>
            <a:lvl9pPr marL="3288774" algn="l" defTabSz="822189" rtl="0" eaLnBrk="1" latinLnBrk="0" hangingPunct="1">
              <a:defRPr sz="2700" kern="1200">
                <a:solidFill>
                  <a:schemeClr val="bg1"/>
                </a:solidFill>
                <a:latin typeface="Arial" charset="0"/>
                <a:ea typeface="+mn-ea"/>
                <a:cs typeface="Arial" charset="0"/>
                <a:sym typeface="Wingdings 2" pitchFamily="18" charset="2"/>
              </a:defRPr>
            </a:lvl9pPr>
          </a:lstStyle>
          <a:p>
            <a:pPr algn="ctr"/>
            <a:fld id="{86CB4B4D-7CA3-9044-876B-883B54F8677D}" type="slidenum">
              <a:rPr lang="en-NZ" sz="2400" smtClean="0">
                <a:solidFill>
                  <a:schemeClr val="tx1"/>
                </a:solidFill>
                <a:latin typeface="+mn-lt"/>
              </a:rPr>
              <a:pPr algn="ctr"/>
              <a:t>6</a:t>
            </a:fld>
            <a:endParaRPr lang="en-NZ" sz="24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5C9BDF8-346E-2B5B-F97F-A71BB7B400EC}"/>
              </a:ext>
            </a:extLst>
          </p:cNvPr>
          <p:cNvSpPr txBox="1">
            <a:spLocks/>
          </p:cNvSpPr>
          <p:nvPr/>
        </p:nvSpPr>
        <p:spPr>
          <a:xfrm>
            <a:off x="361437" y="0"/>
            <a:ext cx="8654744" cy="973380"/>
          </a:xfrm>
          <a:prstGeom prst="rect">
            <a:avLst/>
          </a:prstGeom>
          <a:noFill/>
          <a:ln w="9525" cap="flat" cmpd="sng" algn="ctr">
            <a:noFill/>
            <a:prstDash val="solid"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64" tIns="45664" rIns="45664" bIns="45664" anchor="ctr" anchorCtr="0"/>
          <a:lstStyle>
            <a:lvl1pPr marL="0" marR="0" indent="0" algn="l" defTabSz="268288" rtl="0" latinLnBrk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lang="en-US" sz="2800" b="1" i="0" u="none" strike="noStrike" kern="0" cap="small" spc="0" baseline="0" dirty="0" smtClean="0">
                <a:ln>
                  <a:noFill/>
                </a:ln>
                <a:solidFill>
                  <a:srgbClr val="FFFFFF"/>
                </a:solidFill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Wingdings 2" pitchFamily="18" charset="2"/>
              </a:defRPr>
            </a:lvl1pPr>
            <a:lvl2pPr marL="349177" marR="0" indent="-172787" algn="l" defTabSz="913478" rtl="0" latinLnBrk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Char char="−"/>
              <a:tabLst/>
              <a:defRPr sz="9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532764" marR="0" indent="-172787" algn="l" defTabSz="913478" rtl="0" latinLnBrk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Char char="−"/>
              <a:tabLst/>
              <a:defRPr lang="en-US" sz="1400" b="0" i="0" u="none" strike="noStrike" kern="1200" cap="none" spc="0" baseline="0" dirty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Wingdings 2" pitchFamily="18" charset="2"/>
              </a:defRPr>
            </a:lvl3pPr>
            <a:lvl4pPr marL="532764" marR="0" indent="-172787" algn="l" defTabSz="913478" rtl="0" latinLnBrk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Char char="−"/>
              <a:tabLst/>
              <a:defRPr sz="11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532764" marR="0" indent="-172787" algn="l" defTabSz="913478" rtl="0" latinLnBrk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Char char="−"/>
              <a:tabLst/>
              <a:defRPr sz="9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2386466" marR="0" indent="-102767" algn="l" defTabSz="913478" rtl="0" latinLnBrk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9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2843208" marR="0" indent="-102767" algn="l" defTabSz="913478" rtl="0" latinLnBrk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9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3299948" marR="0" indent="-102767" algn="l" defTabSz="913478" rtl="0" latinLnBrk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9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3756688" marR="0" indent="-102767" algn="l" defTabSz="913478" rtl="0" latinLnBrk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9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fontAlgn="auto"/>
            <a:r>
              <a:rPr lang="en-NZ"/>
              <a:t>New organisation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FA40F5CA-69D7-29EA-85BF-900E0303D089}"/>
              </a:ext>
            </a:extLst>
          </p:cNvPr>
          <p:cNvSpPr txBox="1">
            <a:spLocks/>
          </p:cNvSpPr>
          <p:nvPr/>
        </p:nvSpPr>
        <p:spPr>
          <a:xfrm>
            <a:off x="656552" y="1156663"/>
            <a:ext cx="8408745" cy="495108"/>
          </a:xfrm>
          <a:prstGeom prst="rect">
            <a:avLst/>
          </a:prstGeom>
        </p:spPr>
        <p:txBody>
          <a:bodyPr wrap="square" lIns="108000" tIns="108000" rIns="108000" bIns="108000">
            <a:spAutoFit/>
          </a:bodyPr>
          <a:lstStyle>
            <a:lvl1pPr marL="172765" indent="-172765" algn="l" defTabSz="913358" rtl="0" eaLnBrk="1" latinLnBrk="0" hangingPunct="1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900" b="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49131" indent="-172765" algn="l" defTabSz="913358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−"/>
              <a:defRPr sz="900" b="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532693" indent="-172765" algn="l" defTabSz="913358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−"/>
              <a:defRPr sz="9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532693" indent="-172765" algn="l" defTabSz="913358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−"/>
              <a:defRPr sz="9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532693" indent="-172765" algn="l" defTabSz="913358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−"/>
              <a:defRPr sz="9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1737" indent="-228341" algn="l" defTabSz="91335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8418" indent="-228341" algn="l" defTabSz="91335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5097" indent="-228341" algn="l" defTabSz="91335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1776" indent="-228341" algn="l" defTabSz="91335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4500" lvl="1" indent="-279400" algn="just" defTabSz="1067219" fontAlgn="auto">
              <a:spcBef>
                <a:spcPts val="300"/>
              </a:spcBef>
              <a:spcAft>
                <a:spcPts val="300"/>
              </a:spcAft>
              <a:buClr>
                <a:prstClr val="black"/>
              </a:buClr>
              <a:buSzPct val="100000"/>
              <a:buFont typeface="Wingdings" panose="05000000000000000000" pitchFamily="2" charset="2"/>
              <a:buChar char="q"/>
              <a:tabLst>
                <a:tab pos="3941763" algn="l"/>
              </a:tabLst>
              <a:defRPr/>
            </a:pPr>
            <a:r>
              <a:rPr lang="en-NZ" sz="1800" b="1" kern="0" cap="small">
                <a:solidFill>
                  <a:prstClr val="black"/>
                </a:solidFill>
                <a:latin typeface="+mn-lt"/>
                <a:cs typeface="Arial" panose="020B0604020202020204" pitchFamily="34" charset="0"/>
              </a:rPr>
              <a:t>Submarine cable development team</a:t>
            </a:r>
          </a:p>
        </p:txBody>
      </p:sp>
      <p:cxnSp>
        <p:nvCxnSpPr>
          <p:cNvPr id="3" name="Connecteur droit 84">
            <a:extLst>
              <a:ext uri="{FF2B5EF4-FFF2-40B4-BE49-F238E27FC236}">
                <a16:creationId xmlns:a16="http://schemas.microsoft.com/office/drawing/2014/main" id="{61FD92B2-0DFC-2A58-8606-CAAC0959884A}"/>
              </a:ext>
            </a:extLst>
          </p:cNvPr>
          <p:cNvCxnSpPr>
            <a:cxnSpLocks/>
          </p:cNvCxnSpPr>
          <p:nvPr/>
        </p:nvCxnSpPr>
        <p:spPr>
          <a:xfrm>
            <a:off x="4836119" y="1654318"/>
            <a:ext cx="1263114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21">
            <a:extLst>
              <a:ext uri="{FF2B5EF4-FFF2-40B4-BE49-F238E27FC236}">
                <a16:creationId xmlns:a16="http://schemas.microsoft.com/office/drawing/2014/main" id="{630B5BA2-DD22-EE10-ABAA-F66F38F9F909}"/>
              </a:ext>
            </a:extLst>
          </p:cNvPr>
          <p:cNvCxnSpPr>
            <a:cxnSpLocks/>
          </p:cNvCxnSpPr>
          <p:nvPr/>
        </p:nvCxnSpPr>
        <p:spPr>
          <a:xfrm>
            <a:off x="5345312" y="2052481"/>
            <a:ext cx="0" cy="557997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84">
            <a:extLst>
              <a:ext uri="{FF2B5EF4-FFF2-40B4-BE49-F238E27FC236}">
                <a16:creationId xmlns:a16="http://schemas.microsoft.com/office/drawing/2014/main" id="{EE8A114D-59CF-21B2-5188-A53BA44102C9}"/>
              </a:ext>
            </a:extLst>
          </p:cNvPr>
          <p:cNvCxnSpPr>
            <a:cxnSpLocks/>
          </p:cNvCxnSpPr>
          <p:nvPr/>
        </p:nvCxnSpPr>
        <p:spPr>
          <a:xfrm>
            <a:off x="4393751" y="5221213"/>
            <a:ext cx="1714429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21">
            <a:extLst>
              <a:ext uri="{FF2B5EF4-FFF2-40B4-BE49-F238E27FC236}">
                <a16:creationId xmlns:a16="http://schemas.microsoft.com/office/drawing/2014/main" id="{554BA009-B24F-73D6-7724-9025A2A4F43C}"/>
              </a:ext>
            </a:extLst>
          </p:cNvPr>
          <p:cNvCxnSpPr>
            <a:cxnSpLocks/>
          </p:cNvCxnSpPr>
          <p:nvPr/>
        </p:nvCxnSpPr>
        <p:spPr>
          <a:xfrm>
            <a:off x="5365679" y="2723113"/>
            <a:ext cx="0" cy="3223635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84">
            <a:extLst>
              <a:ext uri="{FF2B5EF4-FFF2-40B4-BE49-F238E27FC236}">
                <a16:creationId xmlns:a16="http://schemas.microsoft.com/office/drawing/2014/main" id="{AB6425DB-8BDE-170B-D314-0F8CCE258542}"/>
              </a:ext>
            </a:extLst>
          </p:cNvPr>
          <p:cNvCxnSpPr>
            <a:cxnSpLocks/>
          </p:cNvCxnSpPr>
          <p:nvPr/>
        </p:nvCxnSpPr>
        <p:spPr>
          <a:xfrm>
            <a:off x="4662104" y="4447306"/>
            <a:ext cx="1714429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4">
            <a:extLst>
              <a:ext uri="{FF2B5EF4-FFF2-40B4-BE49-F238E27FC236}">
                <a16:creationId xmlns:a16="http://schemas.microsoft.com/office/drawing/2014/main" id="{1279FA13-A9FB-552E-F6B5-71A0820D104D}"/>
              </a:ext>
            </a:extLst>
          </p:cNvPr>
          <p:cNvCxnSpPr>
            <a:cxnSpLocks/>
          </p:cNvCxnSpPr>
          <p:nvPr/>
        </p:nvCxnSpPr>
        <p:spPr>
          <a:xfrm>
            <a:off x="4552765" y="3741327"/>
            <a:ext cx="812914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eur droit 84">
            <a:extLst>
              <a:ext uri="{FF2B5EF4-FFF2-40B4-BE49-F238E27FC236}">
                <a16:creationId xmlns:a16="http://schemas.microsoft.com/office/drawing/2014/main" id="{DCF893E9-87D0-EA2E-5385-6F3DB6202ADE}"/>
              </a:ext>
            </a:extLst>
          </p:cNvPr>
          <p:cNvCxnSpPr>
            <a:cxnSpLocks/>
          </p:cNvCxnSpPr>
          <p:nvPr/>
        </p:nvCxnSpPr>
        <p:spPr>
          <a:xfrm>
            <a:off x="4683741" y="5946749"/>
            <a:ext cx="1714429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AFFC93E1-F212-4D3B-0035-0C0A71436C07}"/>
              </a:ext>
            </a:extLst>
          </p:cNvPr>
          <p:cNvSpPr/>
          <p:nvPr/>
        </p:nvSpPr>
        <p:spPr>
          <a:xfrm>
            <a:off x="3357065" y="4165231"/>
            <a:ext cx="1672468" cy="632364"/>
          </a:xfrm>
          <a:prstGeom prst="rect">
            <a:avLst/>
          </a:prstGeom>
          <a:solidFill>
            <a:srgbClr val="3D9C84"/>
          </a:solidFill>
          <a:ln w="254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defRPr/>
            </a:pPr>
            <a:r>
              <a:rPr lang="en-NZ" altLang="fr-FR" sz="900" b="1">
                <a:latin typeface="+mn-lt"/>
              </a:rPr>
              <a:t>John Bradfield</a:t>
            </a:r>
          </a:p>
          <a:p>
            <a:pPr algn="ctr" eaLnBrk="1" hangingPunct="1">
              <a:defRPr/>
            </a:pPr>
            <a:r>
              <a:rPr lang="en-NZ" altLang="fr-FR" sz="900">
                <a:latin typeface="+mn-lt"/>
              </a:rPr>
              <a:t>Programme Director</a:t>
            </a:r>
          </a:p>
          <a:p>
            <a:pPr algn="ctr" eaLnBrk="1" hangingPunct="1">
              <a:defRPr/>
            </a:pPr>
            <a:r>
              <a:rPr lang="en-NZ" altLang="fr-FR" sz="900">
                <a:latin typeface="+mn-lt"/>
              </a:rPr>
              <a:t>CLS &amp; OSP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B650854-270C-8661-715C-E9570E49F80A}"/>
              </a:ext>
            </a:extLst>
          </p:cNvPr>
          <p:cNvSpPr/>
          <p:nvPr/>
        </p:nvSpPr>
        <p:spPr>
          <a:xfrm>
            <a:off x="5728346" y="4171250"/>
            <a:ext cx="1728897" cy="632364"/>
          </a:xfrm>
          <a:prstGeom prst="rect">
            <a:avLst/>
          </a:prstGeom>
          <a:solidFill>
            <a:srgbClr val="3D9C84"/>
          </a:solidFill>
          <a:ln w="254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defRPr/>
            </a:pPr>
            <a:r>
              <a:rPr lang="en-NZ" altLang="fr-FR" sz="900" b="1">
                <a:latin typeface="+mn-lt"/>
              </a:rPr>
              <a:t>Matt Whitlock</a:t>
            </a:r>
          </a:p>
          <a:p>
            <a:pPr algn="ctr" eaLnBrk="1" hangingPunct="1">
              <a:defRPr/>
            </a:pPr>
            <a:r>
              <a:rPr lang="en-NZ" altLang="fr-FR" sz="900">
                <a:latin typeface="+mn-lt"/>
              </a:rPr>
              <a:t>Project </a:t>
            </a:r>
            <a:r>
              <a:rPr lang="fr-FR" altLang="fr-FR" sz="900">
                <a:latin typeface="+mn-lt"/>
              </a:rPr>
              <a:t>Director</a:t>
            </a:r>
            <a:r>
              <a:rPr lang="en-NZ" altLang="fr-FR" sz="900">
                <a:latin typeface="+mn-lt"/>
              </a:rPr>
              <a:t> AU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C02419D-A447-6F7C-DFE3-BFC3F21329DC}"/>
              </a:ext>
            </a:extLst>
          </p:cNvPr>
          <p:cNvSpPr/>
          <p:nvPr/>
        </p:nvSpPr>
        <p:spPr>
          <a:xfrm>
            <a:off x="5728346" y="4904891"/>
            <a:ext cx="1728897" cy="632364"/>
          </a:xfrm>
          <a:prstGeom prst="rect">
            <a:avLst/>
          </a:prstGeom>
          <a:solidFill>
            <a:srgbClr val="3D9C84"/>
          </a:solidFill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defRPr/>
            </a:pPr>
            <a:r>
              <a:rPr lang="en-NZ" altLang="fr-FR" sz="900" b="1">
                <a:latin typeface="+mn-lt"/>
              </a:rPr>
              <a:t>David Slessor</a:t>
            </a:r>
          </a:p>
          <a:p>
            <a:pPr algn="ctr" eaLnBrk="1" hangingPunct="1">
              <a:defRPr/>
            </a:pPr>
            <a:r>
              <a:rPr lang="en-NZ" altLang="fr-FR" sz="900">
                <a:latin typeface="+mn-lt"/>
              </a:rPr>
              <a:t>Project </a:t>
            </a:r>
            <a:r>
              <a:rPr lang="fr-FR" altLang="fr-FR" sz="900">
                <a:latin typeface="+mn-lt"/>
              </a:rPr>
              <a:t>Director</a:t>
            </a:r>
            <a:r>
              <a:rPr lang="en-NZ" altLang="fr-FR" sz="900">
                <a:latin typeface="+mn-lt"/>
              </a:rPr>
              <a:t> NZ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A5B872B-7B09-460C-7AAD-3EDC046D46F8}"/>
              </a:ext>
            </a:extLst>
          </p:cNvPr>
          <p:cNvSpPr/>
          <p:nvPr/>
        </p:nvSpPr>
        <p:spPr>
          <a:xfrm>
            <a:off x="5728346" y="5635866"/>
            <a:ext cx="1728897" cy="632364"/>
          </a:xfrm>
          <a:prstGeom prst="rect">
            <a:avLst/>
          </a:prstGeom>
          <a:solidFill>
            <a:srgbClr val="3D9C84"/>
          </a:solidFill>
          <a:ln w="25400">
            <a:solidFill>
              <a:schemeClr val="tx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defRPr/>
            </a:pPr>
            <a:r>
              <a:rPr lang="en-NZ" altLang="fr-FR" sz="900" b="1">
                <a:latin typeface="+mn-lt"/>
              </a:rPr>
              <a:t>Michael Wong</a:t>
            </a:r>
          </a:p>
          <a:p>
            <a:pPr algn="ctr" eaLnBrk="1" hangingPunct="1">
              <a:defRPr/>
            </a:pPr>
            <a:r>
              <a:rPr lang="en-NZ" altLang="fr-FR" sz="900">
                <a:latin typeface="+mn-lt"/>
              </a:rPr>
              <a:t>Project </a:t>
            </a:r>
            <a:r>
              <a:rPr lang="fr-FR" altLang="fr-FR" sz="900">
                <a:latin typeface="+mn-lt"/>
              </a:rPr>
              <a:t>Director</a:t>
            </a:r>
            <a:r>
              <a:rPr lang="en-NZ" altLang="fr-FR" sz="900">
                <a:latin typeface="+mn-lt"/>
              </a:rPr>
              <a:t> SG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A23DF34-3D95-6617-DE44-B196249EF188}"/>
              </a:ext>
            </a:extLst>
          </p:cNvPr>
          <p:cNvSpPr/>
          <p:nvPr/>
        </p:nvSpPr>
        <p:spPr>
          <a:xfrm>
            <a:off x="3360620" y="5629988"/>
            <a:ext cx="1661412" cy="632364"/>
          </a:xfrm>
          <a:prstGeom prst="rect">
            <a:avLst/>
          </a:prstGeom>
          <a:solidFill>
            <a:srgbClr val="3D9C84"/>
          </a:solidFill>
          <a:ln w="25400">
            <a:solidFill>
              <a:schemeClr val="accent4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NZ" altLang="fr-FR" sz="900" b="1">
                <a:latin typeface="+mj-lt"/>
              </a:rPr>
              <a:t>Daniel McKeage</a:t>
            </a:r>
          </a:p>
          <a:p>
            <a:pPr algn="ctr" eaLnBrk="1" hangingPunct="1"/>
            <a:r>
              <a:rPr lang="en-NZ" altLang="fr-FR" sz="900" b="1">
                <a:latin typeface="+mj-lt"/>
              </a:rPr>
              <a:t>Project Coordinator</a:t>
            </a:r>
          </a:p>
          <a:p>
            <a:pPr algn="ctr" eaLnBrk="1" hangingPunct="1"/>
            <a:r>
              <a:rPr lang="en-NZ" altLang="fr-FR" sz="900" b="1">
                <a:latin typeface="+mj-lt"/>
              </a:rPr>
              <a:t>+ </a:t>
            </a:r>
            <a:r>
              <a:rPr lang="fr-FR" altLang="fr-FR" sz="900" b="1">
                <a:latin typeface="+mj-lt"/>
              </a:rPr>
              <a:t>Acting PD INDO /</a:t>
            </a:r>
            <a:r>
              <a:rPr lang="en-NZ" altLang="fr-FR" sz="900" b="1">
                <a:latin typeface="+mj-lt"/>
              </a:rPr>
              <a:t> US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19797D2-D250-157E-2AD1-4A38D02452D5}"/>
              </a:ext>
            </a:extLst>
          </p:cNvPr>
          <p:cNvSpPr/>
          <p:nvPr/>
        </p:nvSpPr>
        <p:spPr>
          <a:xfrm>
            <a:off x="3357065" y="4899154"/>
            <a:ext cx="1672468" cy="632364"/>
          </a:xfrm>
          <a:prstGeom prst="rect">
            <a:avLst/>
          </a:prstGeom>
          <a:solidFill>
            <a:srgbClr val="3D9C84"/>
          </a:solidFill>
          <a:ln w="25400">
            <a:solidFill>
              <a:schemeClr val="tx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defRPr/>
            </a:pPr>
            <a:r>
              <a:rPr lang="en-NZ" altLang="fr-FR" sz="900" b="1">
                <a:latin typeface="+mn-lt"/>
              </a:rPr>
              <a:t>Patrick Faidherbe</a:t>
            </a:r>
          </a:p>
          <a:p>
            <a:pPr algn="ctr" eaLnBrk="1" hangingPunct="1">
              <a:defRPr/>
            </a:pPr>
            <a:r>
              <a:rPr lang="en-NZ" altLang="fr-FR" sz="900">
                <a:latin typeface="+mn-lt"/>
              </a:rPr>
              <a:t>Programme Director</a:t>
            </a:r>
          </a:p>
          <a:p>
            <a:pPr algn="ctr" eaLnBrk="1" hangingPunct="1">
              <a:defRPr/>
            </a:pPr>
            <a:r>
              <a:rPr lang="en-NZ" altLang="fr-FR" sz="900">
                <a:latin typeface="+mn-lt"/>
              </a:rPr>
              <a:t>Supplier Contract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C515B71-5F02-A447-0E8D-523B5694987A}"/>
              </a:ext>
            </a:extLst>
          </p:cNvPr>
          <p:cNvSpPr/>
          <p:nvPr/>
        </p:nvSpPr>
        <p:spPr>
          <a:xfrm>
            <a:off x="3357065" y="3418463"/>
            <a:ext cx="1672468" cy="632364"/>
          </a:xfrm>
          <a:prstGeom prst="rect">
            <a:avLst/>
          </a:prstGeom>
          <a:solidFill>
            <a:srgbClr val="3D9C84"/>
          </a:solidFill>
          <a:ln w="25400">
            <a:solidFill>
              <a:schemeClr val="tx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defRPr/>
            </a:pPr>
            <a:r>
              <a:rPr lang="en-NZ" altLang="fr-FR" sz="900" b="1">
                <a:latin typeface="+mn-lt"/>
              </a:rPr>
              <a:t>Cécile Durand</a:t>
            </a:r>
          </a:p>
          <a:p>
            <a:pPr algn="ctr" eaLnBrk="1" hangingPunct="1"/>
            <a:r>
              <a:rPr lang="en-NZ" altLang="fr-FR" sz="900">
                <a:latin typeface="+mn-lt"/>
              </a:rPr>
              <a:t>Programme Director</a:t>
            </a:r>
          </a:p>
          <a:p>
            <a:pPr algn="ctr" eaLnBrk="1" hangingPunct="1"/>
            <a:r>
              <a:rPr lang="en-NZ" altLang="fr-FR" sz="900">
                <a:latin typeface="+mn-lt"/>
              </a:rPr>
              <a:t>Marine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9AFFEB-9211-694A-DCC0-0C7FD7EFFF77}"/>
              </a:ext>
            </a:extLst>
          </p:cNvPr>
          <p:cNvSpPr/>
          <p:nvPr/>
        </p:nvSpPr>
        <p:spPr>
          <a:xfrm>
            <a:off x="4393751" y="1651772"/>
            <a:ext cx="1873443" cy="517787"/>
          </a:xfrm>
          <a:prstGeom prst="rect">
            <a:avLst/>
          </a:prstGeom>
          <a:solidFill>
            <a:srgbClr val="002166"/>
          </a:solidFill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defRPr/>
            </a:pPr>
            <a:r>
              <a:rPr lang="en-NZ" altLang="fr-FR" sz="900" b="1">
                <a:latin typeface="+mn-lt"/>
              </a:rPr>
              <a:t>Ludovic Hutier</a:t>
            </a:r>
          </a:p>
          <a:p>
            <a:pPr algn="ctr" eaLnBrk="1" hangingPunct="1">
              <a:defRPr/>
            </a:pPr>
            <a:r>
              <a:rPr lang="en-NZ" altLang="fr-FR" sz="900">
                <a:latin typeface="+mn-lt"/>
              </a:rPr>
              <a:t>Chief Executive Officer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81F1CA3-79B4-B512-96FC-2FFF8CA70621}"/>
              </a:ext>
            </a:extLst>
          </p:cNvPr>
          <p:cNvSpPr/>
          <p:nvPr/>
        </p:nvSpPr>
        <p:spPr>
          <a:xfrm>
            <a:off x="4393751" y="2554449"/>
            <a:ext cx="1873444" cy="517787"/>
          </a:xfrm>
          <a:prstGeom prst="rect">
            <a:avLst/>
          </a:prstGeom>
          <a:solidFill>
            <a:srgbClr val="002166"/>
          </a:solidFill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defRPr/>
            </a:pPr>
            <a:r>
              <a:rPr lang="en-NZ" altLang="fr-FR" sz="900" b="1">
                <a:latin typeface="+mn-lt"/>
              </a:rPr>
              <a:t>Virginie Frouin </a:t>
            </a:r>
          </a:p>
          <a:p>
            <a:pPr algn="ctr" eaLnBrk="1" hangingPunct="1">
              <a:defRPr/>
            </a:pPr>
            <a:r>
              <a:rPr lang="en-NZ" altLang="fr-FR" sz="900">
                <a:latin typeface="+mn-lt"/>
              </a:rPr>
              <a:t>Chief Technical Officer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D175E5C-BA9F-7061-9644-63EF1F4AF0A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701" t="7137" r="6851" b="5605"/>
          <a:stretch/>
        </p:blipFill>
        <p:spPr>
          <a:xfrm>
            <a:off x="2689933" y="3428493"/>
            <a:ext cx="649499" cy="646678"/>
          </a:xfrm>
          <a:prstGeom prst="rect">
            <a:avLst/>
          </a:prstGeom>
          <a:solidFill>
            <a:srgbClr val="3D9C84"/>
          </a:solidFill>
          <a:ln w="25400"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3E83A47-E5C8-F620-86F2-F7D4B6F4E4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2725" y="4165231"/>
            <a:ext cx="643348" cy="646678"/>
          </a:xfrm>
          <a:prstGeom prst="rect">
            <a:avLst/>
          </a:prstGeom>
          <a:solidFill>
            <a:srgbClr val="3D9C84"/>
          </a:solidFill>
          <a:ln w="25400"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A3F11A-5B44-AE99-52C7-31E2973DB7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2078" y="4900564"/>
            <a:ext cx="566697" cy="669185"/>
          </a:xfrm>
          <a:prstGeom prst="rect">
            <a:avLst/>
          </a:prstGeom>
          <a:solidFill>
            <a:srgbClr val="3D9C84"/>
          </a:solidFill>
          <a:ln w="25400"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5ACE180-F763-9033-6349-549E4DE606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77" t="7744" r="16572" b="7394"/>
          <a:stretch/>
        </p:blipFill>
        <p:spPr bwMode="auto">
          <a:xfrm>
            <a:off x="2752042" y="5641399"/>
            <a:ext cx="568209" cy="669185"/>
          </a:xfrm>
          <a:prstGeom prst="rect">
            <a:avLst/>
          </a:prstGeom>
          <a:solidFill>
            <a:srgbClr val="3D9C84"/>
          </a:solidFill>
          <a:ln w="25400"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D5151FC-66C9-6A94-CDB0-3ACC1189A4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2296" y="4165231"/>
            <a:ext cx="524901" cy="646678"/>
          </a:xfrm>
          <a:prstGeom prst="rect">
            <a:avLst/>
          </a:prstGeom>
          <a:solidFill>
            <a:srgbClr val="3D9C84"/>
          </a:solidFill>
          <a:ln w="25400">
            <a:noFill/>
          </a:ln>
        </p:spPr>
      </p:pic>
      <p:pic>
        <p:nvPicPr>
          <p:cNvPr id="14" name="Picture 13" descr="Image result for david slessor">
            <a:extLst>
              <a:ext uri="{FF2B5EF4-FFF2-40B4-BE49-F238E27FC236}">
                <a16:creationId xmlns:a16="http://schemas.microsoft.com/office/drawing/2014/main" id="{9F513B0D-2E53-6376-CA3A-C8A3F48EA4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2296" y="4894963"/>
            <a:ext cx="642788" cy="653781"/>
          </a:xfrm>
          <a:prstGeom prst="rect">
            <a:avLst/>
          </a:prstGeom>
          <a:noFill/>
          <a:ln w="254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062602A-76D3-C0CE-57CB-54828D9DD080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7623"/>
          <a:stretch/>
        </p:blipFill>
        <p:spPr>
          <a:xfrm>
            <a:off x="7512296" y="5702416"/>
            <a:ext cx="524901" cy="636085"/>
          </a:xfrm>
          <a:prstGeom prst="rect">
            <a:avLst/>
          </a:prstGeom>
          <a:solidFill>
            <a:srgbClr val="3D9C84"/>
          </a:solidFill>
          <a:ln w="25400">
            <a:noFill/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D0483BA-5C7C-E509-C3E0-2AF17E9A71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13" t="13701" r="18729"/>
          <a:stretch/>
        </p:blipFill>
        <p:spPr bwMode="auto">
          <a:xfrm>
            <a:off x="6344050" y="1662046"/>
            <a:ext cx="493524" cy="603874"/>
          </a:xfrm>
          <a:prstGeom prst="rect">
            <a:avLst/>
          </a:prstGeom>
          <a:noFill/>
          <a:ln w="254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F53FCDE-CE87-27C6-82AE-7D9BFF4D56E6}"/>
              </a:ext>
              <a:ext uri="{147F2762-F138-4A5C-976F-8EAC2B608ADB}">
                <a16:predDERef xmlns:a16="http://schemas.microsoft.com/office/drawing/2014/main" pred="{F876542F-ACE0-4458-B8A5-03C552FB40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96" t="8563" r="16221" b="18710"/>
          <a:stretch/>
        </p:blipFill>
        <p:spPr bwMode="auto">
          <a:xfrm>
            <a:off x="6317241" y="2572299"/>
            <a:ext cx="493524" cy="498844"/>
          </a:xfrm>
          <a:prstGeom prst="rect">
            <a:avLst/>
          </a:prstGeom>
          <a:noFill/>
          <a:ln w="254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C8EA462-E953-A8A1-C05D-BA777711115F}"/>
              </a:ext>
            </a:extLst>
          </p:cNvPr>
          <p:cNvSpPr/>
          <p:nvPr/>
        </p:nvSpPr>
        <p:spPr>
          <a:xfrm>
            <a:off x="8950501" y="5057290"/>
            <a:ext cx="723062" cy="222209"/>
          </a:xfrm>
          <a:prstGeom prst="rect">
            <a:avLst/>
          </a:prstGeom>
          <a:solidFill>
            <a:srgbClr val="3D9C84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defRPr/>
            </a:pPr>
            <a:r>
              <a:rPr lang="en-US" altLang="fr-FR" sz="900">
                <a:latin typeface="+mj-lt"/>
              </a:rPr>
              <a:t>NZ based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5BB5CFA-9EB6-05CC-F8E4-A17487549C4A}"/>
              </a:ext>
            </a:extLst>
          </p:cNvPr>
          <p:cNvSpPr/>
          <p:nvPr/>
        </p:nvSpPr>
        <p:spPr>
          <a:xfrm>
            <a:off x="8950500" y="5373563"/>
            <a:ext cx="723062" cy="222209"/>
          </a:xfrm>
          <a:prstGeom prst="rect">
            <a:avLst/>
          </a:prstGeom>
          <a:solidFill>
            <a:srgbClr val="3D9C84"/>
          </a:solidFill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defRPr/>
            </a:pPr>
            <a:r>
              <a:rPr lang="en-US" altLang="fr-FR" sz="900">
                <a:latin typeface="+mj-lt"/>
              </a:rPr>
              <a:t>AU based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732FCD7-77AE-212F-80DA-35F8ED2CEFC5}"/>
              </a:ext>
            </a:extLst>
          </p:cNvPr>
          <p:cNvSpPr/>
          <p:nvPr/>
        </p:nvSpPr>
        <p:spPr>
          <a:xfrm>
            <a:off x="8950500" y="5675287"/>
            <a:ext cx="723062" cy="450285"/>
          </a:xfrm>
          <a:prstGeom prst="rect">
            <a:avLst/>
          </a:prstGeom>
          <a:solidFill>
            <a:srgbClr val="3D9C84"/>
          </a:solidFill>
          <a:ln w="28575">
            <a:solidFill>
              <a:schemeClr val="tx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defRPr/>
            </a:pPr>
            <a:r>
              <a:rPr lang="en-US" altLang="fr-FR" sz="900">
                <a:latin typeface="+mj-lt"/>
              </a:rPr>
              <a:t>Other location based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F1FF0AB-8A85-C394-1A88-AA6ADC34F342}"/>
              </a:ext>
            </a:extLst>
          </p:cNvPr>
          <p:cNvSpPr/>
          <p:nvPr/>
        </p:nvSpPr>
        <p:spPr>
          <a:xfrm>
            <a:off x="8950500" y="6187331"/>
            <a:ext cx="749570" cy="278043"/>
          </a:xfrm>
          <a:prstGeom prst="rect">
            <a:avLst/>
          </a:prstGeom>
          <a:solidFill>
            <a:srgbClr val="3D9C84"/>
          </a:solidFill>
          <a:ln w="22225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defRPr/>
            </a:pPr>
            <a:r>
              <a:rPr lang="en-US" altLang="fr-FR" sz="900">
                <a:latin typeface="+mj-lt"/>
              </a:rPr>
              <a:t>Contractor</a:t>
            </a:r>
          </a:p>
        </p:txBody>
      </p:sp>
    </p:spTree>
    <p:extLst>
      <p:ext uri="{BB962C8B-B14F-4D97-AF65-F5344CB8AC3E}">
        <p14:creationId xmlns:p14="http://schemas.microsoft.com/office/powerpoint/2010/main" val="315026255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">
            <a:extLst>
              <a:ext uri="{FF2B5EF4-FFF2-40B4-BE49-F238E27FC236}">
                <a16:creationId xmlns:a16="http://schemas.microsoft.com/office/drawing/2014/main" id="{E2C003DC-1FDE-70EE-9610-73B1481D5D67}"/>
              </a:ext>
            </a:extLst>
          </p:cNvPr>
          <p:cNvSpPr txBox="1">
            <a:spLocks/>
          </p:cNvSpPr>
          <p:nvPr/>
        </p:nvSpPr>
        <p:spPr>
          <a:xfrm>
            <a:off x="9091261" y="0"/>
            <a:ext cx="630588" cy="973380"/>
          </a:xfrm>
          <a:prstGeom prst="rect">
            <a:avLst/>
          </a:prstGeom>
        </p:spPr>
        <p:txBody>
          <a:bodyPr anchor="ctr" anchorCtr="0"/>
          <a:lstStyle>
            <a:defPPr>
              <a:defRPr lang="fr-F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700" kern="1200">
                <a:solidFill>
                  <a:srgbClr val="1C3BA0"/>
                </a:solidFill>
                <a:latin typeface="Arial" charset="0"/>
                <a:ea typeface="+mn-ea"/>
                <a:cs typeface="Arial" charset="0"/>
                <a:sym typeface="Wingdings 2" pitchFamily="18" charset="2"/>
              </a:defRPr>
            </a:lvl1pPr>
            <a:lvl2pPr marL="411086" algn="l" rtl="0" fontAlgn="base">
              <a:spcBef>
                <a:spcPct val="0"/>
              </a:spcBef>
              <a:spcAft>
                <a:spcPct val="0"/>
              </a:spcAft>
              <a:defRPr sz="2700" kern="1200">
                <a:solidFill>
                  <a:schemeClr val="bg1"/>
                </a:solidFill>
                <a:latin typeface="Arial" charset="0"/>
                <a:ea typeface="+mn-ea"/>
                <a:cs typeface="Arial" charset="0"/>
                <a:sym typeface="Wingdings 2" pitchFamily="18" charset="2"/>
              </a:defRPr>
            </a:lvl2pPr>
            <a:lvl3pPr marL="822189" algn="l" rtl="0" fontAlgn="base">
              <a:spcBef>
                <a:spcPct val="0"/>
              </a:spcBef>
              <a:spcAft>
                <a:spcPct val="0"/>
              </a:spcAft>
              <a:defRPr sz="2700" kern="1200">
                <a:solidFill>
                  <a:schemeClr val="bg1"/>
                </a:solidFill>
                <a:latin typeface="Arial" charset="0"/>
                <a:ea typeface="+mn-ea"/>
                <a:cs typeface="Arial" charset="0"/>
                <a:sym typeface="Wingdings 2" pitchFamily="18" charset="2"/>
              </a:defRPr>
            </a:lvl3pPr>
            <a:lvl4pPr marL="1233291" algn="l" rtl="0" fontAlgn="base">
              <a:spcBef>
                <a:spcPct val="0"/>
              </a:spcBef>
              <a:spcAft>
                <a:spcPct val="0"/>
              </a:spcAft>
              <a:defRPr sz="2700" kern="1200">
                <a:solidFill>
                  <a:schemeClr val="bg1"/>
                </a:solidFill>
                <a:latin typeface="Arial" charset="0"/>
                <a:ea typeface="+mn-ea"/>
                <a:cs typeface="Arial" charset="0"/>
                <a:sym typeface="Wingdings 2" pitchFamily="18" charset="2"/>
              </a:defRPr>
            </a:lvl4pPr>
            <a:lvl5pPr marL="1644378" algn="l" rtl="0" fontAlgn="base">
              <a:spcBef>
                <a:spcPct val="0"/>
              </a:spcBef>
              <a:spcAft>
                <a:spcPct val="0"/>
              </a:spcAft>
              <a:defRPr sz="2700" kern="1200">
                <a:solidFill>
                  <a:schemeClr val="bg1"/>
                </a:solidFill>
                <a:latin typeface="Arial" charset="0"/>
                <a:ea typeface="+mn-ea"/>
                <a:cs typeface="Arial" charset="0"/>
                <a:sym typeface="Wingdings 2" pitchFamily="18" charset="2"/>
              </a:defRPr>
            </a:lvl5pPr>
            <a:lvl6pPr marL="2055489" algn="l" defTabSz="822189" rtl="0" eaLnBrk="1" latinLnBrk="0" hangingPunct="1">
              <a:defRPr sz="2700" kern="1200">
                <a:solidFill>
                  <a:schemeClr val="bg1"/>
                </a:solidFill>
                <a:latin typeface="Arial" charset="0"/>
                <a:ea typeface="+mn-ea"/>
                <a:cs typeface="Arial" charset="0"/>
                <a:sym typeface="Wingdings 2" pitchFamily="18" charset="2"/>
              </a:defRPr>
            </a:lvl6pPr>
            <a:lvl7pPr marL="2466595" algn="l" defTabSz="822189" rtl="0" eaLnBrk="1" latinLnBrk="0" hangingPunct="1">
              <a:defRPr sz="2700" kern="1200">
                <a:solidFill>
                  <a:schemeClr val="bg1"/>
                </a:solidFill>
                <a:latin typeface="Arial" charset="0"/>
                <a:ea typeface="+mn-ea"/>
                <a:cs typeface="Arial" charset="0"/>
                <a:sym typeface="Wingdings 2" pitchFamily="18" charset="2"/>
              </a:defRPr>
            </a:lvl7pPr>
            <a:lvl8pPr marL="2877676" algn="l" defTabSz="822189" rtl="0" eaLnBrk="1" latinLnBrk="0" hangingPunct="1">
              <a:defRPr sz="2700" kern="1200">
                <a:solidFill>
                  <a:schemeClr val="bg1"/>
                </a:solidFill>
                <a:latin typeface="Arial" charset="0"/>
                <a:ea typeface="+mn-ea"/>
                <a:cs typeface="Arial" charset="0"/>
                <a:sym typeface="Wingdings 2" pitchFamily="18" charset="2"/>
              </a:defRPr>
            </a:lvl8pPr>
            <a:lvl9pPr marL="3288774" algn="l" defTabSz="822189" rtl="0" eaLnBrk="1" latinLnBrk="0" hangingPunct="1">
              <a:defRPr sz="2700" kern="1200">
                <a:solidFill>
                  <a:schemeClr val="bg1"/>
                </a:solidFill>
                <a:latin typeface="Arial" charset="0"/>
                <a:ea typeface="+mn-ea"/>
                <a:cs typeface="Arial" charset="0"/>
                <a:sym typeface="Wingdings 2" pitchFamily="18" charset="2"/>
              </a:defRPr>
            </a:lvl9pPr>
          </a:lstStyle>
          <a:p>
            <a:pPr algn="ctr"/>
            <a:fld id="{86CB4B4D-7CA3-9044-876B-883B54F8677D}" type="slidenum">
              <a:rPr lang="en-NZ" sz="2400" smtClean="0">
                <a:solidFill>
                  <a:schemeClr val="tx1"/>
                </a:solidFill>
                <a:latin typeface="+mn-lt"/>
              </a:rPr>
              <a:pPr algn="ctr"/>
              <a:t>7</a:t>
            </a:fld>
            <a:endParaRPr lang="en-NZ" sz="24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5C9BDF8-346E-2B5B-F97F-A71BB7B400EC}"/>
              </a:ext>
            </a:extLst>
          </p:cNvPr>
          <p:cNvSpPr txBox="1">
            <a:spLocks/>
          </p:cNvSpPr>
          <p:nvPr/>
        </p:nvSpPr>
        <p:spPr>
          <a:xfrm>
            <a:off x="361437" y="0"/>
            <a:ext cx="8654744" cy="973380"/>
          </a:xfrm>
          <a:prstGeom prst="rect">
            <a:avLst/>
          </a:prstGeom>
          <a:noFill/>
          <a:ln w="9525" cap="flat" cmpd="sng" algn="ctr">
            <a:noFill/>
            <a:prstDash val="solid"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64" tIns="45664" rIns="45664" bIns="45664" anchor="ctr" anchorCtr="0"/>
          <a:lstStyle>
            <a:lvl1pPr marL="0" marR="0" indent="0" algn="l" defTabSz="268288" rtl="0" latinLnBrk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lang="en-US" sz="2800" b="1" i="0" u="none" strike="noStrike" kern="0" cap="small" spc="0" baseline="0" dirty="0" smtClean="0">
                <a:ln>
                  <a:noFill/>
                </a:ln>
                <a:solidFill>
                  <a:srgbClr val="FFFFFF"/>
                </a:solidFill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Wingdings 2" pitchFamily="18" charset="2"/>
              </a:defRPr>
            </a:lvl1pPr>
            <a:lvl2pPr marL="349177" marR="0" indent="-172787" algn="l" defTabSz="913478" rtl="0" latinLnBrk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Char char="−"/>
              <a:tabLst/>
              <a:defRPr sz="9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532764" marR="0" indent="-172787" algn="l" defTabSz="913478" rtl="0" latinLnBrk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Char char="−"/>
              <a:tabLst/>
              <a:defRPr lang="en-US" sz="1400" b="0" i="0" u="none" strike="noStrike" kern="1200" cap="none" spc="0" baseline="0" dirty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Wingdings 2" pitchFamily="18" charset="2"/>
              </a:defRPr>
            </a:lvl3pPr>
            <a:lvl4pPr marL="532764" marR="0" indent="-172787" algn="l" defTabSz="913478" rtl="0" latinLnBrk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Char char="−"/>
              <a:tabLst/>
              <a:defRPr sz="11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532764" marR="0" indent="-172787" algn="l" defTabSz="913478" rtl="0" latinLnBrk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Char char="−"/>
              <a:tabLst/>
              <a:defRPr sz="9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2386466" marR="0" indent="-102767" algn="l" defTabSz="913478" rtl="0" latinLnBrk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9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2843208" marR="0" indent="-102767" algn="l" defTabSz="913478" rtl="0" latinLnBrk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9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3299948" marR="0" indent="-102767" algn="l" defTabSz="913478" rtl="0" latinLnBrk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9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3756688" marR="0" indent="-102767" algn="l" defTabSz="913478" rtl="0" latinLnBrk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9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fontAlgn="auto"/>
            <a:r>
              <a:rPr lang="en-NZ"/>
              <a:t>New organisation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FA40F5CA-69D7-29EA-85BF-900E0303D089}"/>
              </a:ext>
            </a:extLst>
          </p:cNvPr>
          <p:cNvSpPr txBox="1">
            <a:spLocks/>
          </p:cNvSpPr>
          <p:nvPr/>
        </p:nvSpPr>
        <p:spPr>
          <a:xfrm>
            <a:off x="656552" y="1156663"/>
            <a:ext cx="8408745" cy="495108"/>
          </a:xfrm>
          <a:prstGeom prst="rect">
            <a:avLst/>
          </a:prstGeom>
        </p:spPr>
        <p:txBody>
          <a:bodyPr wrap="square" lIns="108000" tIns="108000" rIns="108000" bIns="108000">
            <a:spAutoFit/>
          </a:bodyPr>
          <a:lstStyle>
            <a:lvl1pPr marL="172765" indent="-172765" algn="l" defTabSz="913358" rtl="0" eaLnBrk="1" latinLnBrk="0" hangingPunct="1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900" b="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49131" indent="-172765" algn="l" defTabSz="913358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−"/>
              <a:defRPr sz="900" b="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532693" indent="-172765" algn="l" defTabSz="913358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−"/>
              <a:defRPr sz="9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532693" indent="-172765" algn="l" defTabSz="913358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−"/>
              <a:defRPr sz="9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532693" indent="-172765" algn="l" defTabSz="913358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−"/>
              <a:defRPr sz="9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1737" indent="-228341" algn="l" defTabSz="91335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8418" indent="-228341" algn="l" defTabSz="91335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5097" indent="-228341" algn="l" defTabSz="91335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1776" indent="-228341" algn="l" defTabSz="91335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4500" lvl="1" indent="-279400" algn="just" defTabSz="1067219" fontAlgn="auto">
              <a:spcBef>
                <a:spcPts val="300"/>
              </a:spcBef>
              <a:spcAft>
                <a:spcPts val="300"/>
              </a:spcAft>
              <a:buClr>
                <a:prstClr val="black"/>
              </a:buClr>
              <a:buSzPct val="100000"/>
              <a:buFont typeface="Wingdings" panose="05000000000000000000" pitchFamily="2" charset="2"/>
              <a:buChar char="q"/>
              <a:tabLst>
                <a:tab pos="3941763" algn="l"/>
              </a:tabLst>
              <a:defRPr/>
            </a:pPr>
            <a:r>
              <a:rPr lang="en-NZ" sz="1800" b="1" kern="0" cap="small">
                <a:solidFill>
                  <a:prstClr val="black"/>
                </a:solidFill>
                <a:latin typeface="+mn-lt"/>
                <a:cs typeface="Arial" panose="020B0604020202020204" pitchFamily="34" charset="0"/>
              </a:rPr>
              <a:t>Datace</a:t>
            </a:r>
            <a:r>
              <a:rPr lang="en-NZ" sz="1800" b="1" kern="0" cap="small">
                <a:solidFill>
                  <a:prstClr val="black"/>
                </a:solidFill>
                <a:latin typeface="+mn-lt"/>
              </a:rPr>
              <a:t>ntre </a:t>
            </a:r>
            <a:r>
              <a:rPr lang="en-NZ" sz="1800" b="1" kern="0" cap="small">
                <a:solidFill>
                  <a:prstClr val="black"/>
                </a:solidFill>
                <a:latin typeface="+mn-lt"/>
                <a:cs typeface="Arial" panose="020B0604020202020204" pitchFamily="34" charset="0"/>
              </a:rPr>
              <a:t>development team</a:t>
            </a:r>
          </a:p>
        </p:txBody>
      </p:sp>
      <p:cxnSp>
        <p:nvCxnSpPr>
          <p:cNvPr id="3" name="Connecteur droit 84">
            <a:extLst>
              <a:ext uri="{FF2B5EF4-FFF2-40B4-BE49-F238E27FC236}">
                <a16:creationId xmlns:a16="http://schemas.microsoft.com/office/drawing/2014/main" id="{61FD92B2-0DFC-2A58-8606-CAAC0959884A}"/>
              </a:ext>
            </a:extLst>
          </p:cNvPr>
          <p:cNvCxnSpPr>
            <a:cxnSpLocks/>
          </p:cNvCxnSpPr>
          <p:nvPr/>
        </p:nvCxnSpPr>
        <p:spPr>
          <a:xfrm>
            <a:off x="4269922" y="2546823"/>
            <a:ext cx="988975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21">
            <a:extLst>
              <a:ext uri="{FF2B5EF4-FFF2-40B4-BE49-F238E27FC236}">
                <a16:creationId xmlns:a16="http://schemas.microsoft.com/office/drawing/2014/main" id="{630B5BA2-DD22-EE10-ABAA-F66F38F9F909}"/>
              </a:ext>
            </a:extLst>
          </p:cNvPr>
          <p:cNvCxnSpPr>
            <a:cxnSpLocks/>
          </p:cNvCxnSpPr>
          <p:nvPr/>
        </p:nvCxnSpPr>
        <p:spPr>
          <a:xfrm>
            <a:off x="4708759" y="2845561"/>
            <a:ext cx="0" cy="525873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1A9AFFEB-9211-694A-DCC0-0C7FD7EFFF77}"/>
              </a:ext>
            </a:extLst>
          </p:cNvPr>
          <p:cNvSpPr/>
          <p:nvPr/>
        </p:nvSpPr>
        <p:spPr>
          <a:xfrm>
            <a:off x="3945416" y="2409231"/>
            <a:ext cx="1656394" cy="554098"/>
          </a:xfrm>
          <a:prstGeom prst="rect">
            <a:avLst/>
          </a:prstGeom>
          <a:solidFill>
            <a:srgbClr val="002166"/>
          </a:solidFill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defRPr/>
            </a:pPr>
            <a:r>
              <a:rPr lang="en-NZ" altLang="fr-FR" sz="900" b="1">
                <a:latin typeface="+mn-lt"/>
              </a:rPr>
              <a:t>Ludovic Hutier</a:t>
            </a:r>
          </a:p>
          <a:p>
            <a:pPr algn="ctr" eaLnBrk="1" hangingPunct="1">
              <a:defRPr/>
            </a:pPr>
            <a:r>
              <a:rPr lang="en-NZ" altLang="fr-FR" sz="900">
                <a:latin typeface="+mn-lt"/>
              </a:rPr>
              <a:t>Chief Executive Officer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81F1CA3-79B4-B512-96FC-2FFF8CA70621}"/>
              </a:ext>
            </a:extLst>
          </p:cNvPr>
          <p:cNvSpPr/>
          <p:nvPr/>
        </p:nvSpPr>
        <p:spPr>
          <a:xfrm>
            <a:off x="3945416" y="3169275"/>
            <a:ext cx="1656392" cy="595959"/>
          </a:xfrm>
          <a:prstGeom prst="rect">
            <a:avLst/>
          </a:prstGeom>
          <a:solidFill>
            <a:srgbClr val="3D9C84"/>
          </a:solidFill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defRPr/>
            </a:pPr>
            <a:r>
              <a:rPr lang="en-NZ" sz="900" b="1">
                <a:latin typeface="+mn-lt"/>
              </a:rPr>
              <a:t>Tamás </a:t>
            </a:r>
            <a:r>
              <a:rPr lang="en-NZ" altLang="fr-FR" sz="900" b="1">
                <a:latin typeface="+mn-lt"/>
              </a:rPr>
              <a:t>Balogh</a:t>
            </a:r>
          </a:p>
          <a:p>
            <a:pPr algn="ctr" eaLnBrk="1" hangingPunct="1">
              <a:defRPr/>
            </a:pPr>
            <a:r>
              <a:rPr lang="en-NZ" altLang="fr-FR" sz="900">
                <a:latin typeface="+mn-lt"/>
              </a:rPr>
              <a:t>Programme Director</a:t>
            </a:r>
          </a:p>
          <a:p>
            <a:pPr algn="ctr" eaLnBrk="1" hangingPunct="1">
              <a:defRPr/>
            </a:pPr>
            <a:r>
              <a:rPr lang="en-NZ" altLang="fr-FR" sz="900">
                <a:latin typeface="+mn-lt"/>
              </a:rPr>
              <a:t>Datacentre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A4D4215-54CE-EF87-D12F-58511E348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884" y="3169275"/>
            <a:ext cx="472735" cy="595959"/>
          </a:xfrm>
          <a:prstGeom prst="rect">
            <a:avLst/>
          </a:prstGeom>
          <a:solidFill>
            <a:srgbClr val="3D9C84"/>
          </a:solidFill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4FDC8D6-EF24-F6EC-FDD4-EDBAC4EAC1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13" t="13701" r="18729"/>
          <a:stretch/>
        </p:blipFill>
        <p:spPr bwMode="auto">
          <a:xfrm>
            <a:off x="5669163" y="2409231"/>
            <a:ext cx="493524" cy="603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FA8BCA3E-E3A1-C8C9-CF31-5A75912F7D38}"/>
              </a:ext>
            </a:extLst>
          </p:cNvPr>
          <p:cNvSpPr/>
          <p:nvPr/>
        </p:nvSpPr>
        <p:spPr>
          <a:xfrm>
            <a:off x="8950501" y="5057290"/>
            <a:ext cx="723062" cy="222209"/>
          </a:xfrm>
          <a:prstGeom prst="rect">
            <a:avLst/>
          </a:prstGeom>
          <a:solidFill>
            <a:srgbClr val="3D9C84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defRPr/>
            </a:pPr>
            <a:r>
              <a:rPr lang="en-US" altLang="fr-FR" sz="900">
                <a:latin typeface="+mj-lt"/>
              </a:rPr>
              <a:t>NZ based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AD58991-FB53-8BEE-2B08-4D44AE62C343}"/>
              </a:ext>
            </a:extLst>
          </p:cNvPr>
          <p:cNvSpPr/>
          <p:nvPr/>
        </p:nvSpPr>
        <p:spPr>
          <a:xfrm>
            <a:off x="8950500" y="5373563"/>
            <a:ext cx="723062" cy="222209"/>
          </a:xfrm>
          <a:prstGeom prst="rect">
            <a:avLst/>
          </a:prstGeom>
          <a:solidFill>
            <a:srgbClr val="3D9C84"/>
          </a:solidFill>
          <a:ln w="285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defRPr/>
            </a:pPr>
            <a:r>
              <a:rPr lang="en-US" altLang="fr-FR" sz="900">
                <a:latin typeface="+mj-lt"/>
              </a:rPr>
              <a:t>AU based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564BB34-F2EF-4C68-7730-1C4EE0B64626}"/>
              </a:ext>
            </a:extLst>
          </p:cNvPr>
          <p:cNvSpPr/>
          <p:nvPr/>
        </p:nvSpPr>
        <p:spPr>
          <a:xfrm>
            <a:off x="8950500" y="5675287"/>
            <a:ext cx="723062" cy="450285"/>
          </a:xfrm>
          <a:prstGeom prst="rect">
            <a:avLst/>
          </a:prstGeom>
          <a:solidFill>
            <a:srgbClr val="3D9C84"/>
          </a:solidFill>
          <a:ln w="28575">
            <a:solidFill>
              <a:schemeClr val="tx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defRPr/>
            </a:pPr>
            <a:r>
              <a:rPr lang="en-US" altLang="fr-FR" sz="900">
                <a:latin typeface="+mj-lt"/>
              </a:rPr>
              <a:t>Other location based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278610B-2996-25D2-FCFF-BBA185752A9B}"/>
              </a:ext>
            </a:extLst>
          </p:cNvPr>
          <p:cNvSpPr/>
          <p:nvPr/>
        </p:nvSpPr>
        <p:spPr>
          <a:xfrm>
            <a:off x="8950500" y="6187331"/>
            <a:ext cx="749570" cy="278043"/>
          </a:xfrm>
          <a:prstGeom prst="rect">
            <a:avLst/>
          </a:prstGeom>
          <a:solidFill>
            <a:srgbClr val="3D9C84"/>
          </a:solidFill>
          <a:ln w="22225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defRPr/>
            </a:pPr>
            <a:r>
              <a:rPr lang="en-US" altLang="fr-FR" sz="900">
                <a:latin typeface="+mj-lt"/>
              </a:rPr>
              <a:t>Contractor</a:t>
            </a:r>
          </a:p>
        </p:txBody>
      </p:sp>
    </p:spTree>
    <p:extLst>
      <p:ext uri="{BB962C8B-B14F-4D97-AF65-F5344CB8AC3E}">
        <p14:creationId xmlns:p14="http://schemas.microsoft.com/office/powerpoint/2010/main" val="938655337"/>
      </p:ext>
    </p:extLst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" val="e3a1cf56a5a4a9275d2ee6fb5b81e67f6ee1e015"/>
  <p:tag name="ARTICULATE_PROJECT_OPEN" val="0"/>
  <p:tag name="UPSLIDEPRINTFACINGPAGESDESIGN" val="Natixis Corporate Finance"/>
  <p:tag name="UPSLIDEPRINTFACINGPAGESLAYOUT" val="Facing Page"/>
  <p:tag name="UPSLIDEPRINTTWOSIDES" val="TRUE"/>
  <p:tag name="UPSLIDEPRINTUSEAUTOGENERATEDFACINGPAGELAYOUT" val="TRUE"/>
  <p:tag name="UPSLIDEPRINTBLANKFACINGPAGESDESIGN" val="Natixis Corporate Finance"/>
  <p:tag name="UPSLIDEPRINTBLANKFACINGPAGESLAYOUT" val="Blank"/>
  <p:tag name="UPSLIDETOCOPTIONS" val="&lt;?xml version=&quot;1.0&quot; encoding=&quot;utf-16&quot;?&gt;&#10;&lt;TocContentOptions xmlns:xsd=&quot;http://www.w3.org/2001/XMLSchema&quot; xmlns:xsi=&quot;http://www.w3.org/2001/XMLSchema-instance&quot;&gt;&#10;  &lt;TocSlidesOptions&gt;&#10;    &lt;ContainsSubSectionTitles&gt;false&lt;/ContainsSubSectionTitles&gt;&#10;    &lt;ContainsSlideTitles&gt;false&lt;/ContainsSlideTitles&gt;&#10;    &lt;ContainsParentLessSlidesTitles&gt;false&lt;/ContainsParentLessSlidesTitles&gt;&#10;    &lt;ContainsPrentLessSubsections&gt;false&lt;/ContainsPrentLessSubsections&gt;&#10;    &lt;ContainsAppendix&gt;false&lt;/ContainsAppendix&gt;&#10;    &lt;ContainsUnNumberedSections&gt;true&lt;/ContainsUnNumberedSections&gt;&#10;    &lt;SlideTitle&gt;Table of contents&lt;/SlideTitle&gt;&#10;  &lt;/TocSlidesOptions&gt;&#10;  &lt;SectionSlideOptions&gt;&#10;    &lt;ContainsOwnSubSection&gt;true&lt;/ContainsOwnSubSection&gt;&#10;    &lt;ContainsOwnSlide&gt;false&lt;/ContainsOwnSlide&gt;&#10;    &lt;ContainsOtherSections&gt;false&lt;/ContainsOtherSections&gt;&#10;    &lt;ContainsOthersSubsection&gt;false&lt;/ContainsOthersSubsection&gt;&#10;    &lt;containsAppendix&gt;true&lt;/containsAppendix&gt;&#10;    &lt;containsUnnumberedSections&gt;true&lt;/containsUnnumberedSections&gt;&#10;    &lt;SlideTitle /&gt;&#10;  &lt;/SectionSlideOptions&gt;&#10;  &lt;SubSectionSlideOptions&gt;&#10;    &lt;ContainsOtherSubsections&gt;true&lt;/ContainsOtherSubsections&gt;&#10;    &lt;ContainsOwnSlides&gt;false&lt;/ContainsOwnSlides&gt;&#10;    &lt;ContainsParentSection&gt;true&lt;/ContainsParentSection&gt;&#10;    &lt;ContainsOtherSections&gt;false&lt;/ContainsOtherSections&gt;&#10;    &lt;containsAppendix&gt;false&lt;/containsAppendix&gt;&#10;    &lt;containsUnnumberedSections&gt;false&lt;/containsUnnumberedSections&gt;&#10;    &lt;SlideTitle /&gt;&#10;  &lt;/SubSectionSlideOptions&gt;&#10;  &lt;UsedSlideLayouts&gt;&#10;    &lt;TocSlidesLayout&gt;&#10;      &lt;DesignName&gt;Natixis Corporate Finance&lt;/DesignName&gt;&#10;      &lt;LayoutName&gt;Table of contents&lt;/LayoutName&gt;&#10;    &lt;/TocSlidesLayout&gt;&#10;    &lt;SectionLayout&gt;&#10;      &lt;DesignName&gt;Natixis Corporate Finance&lt;/DesignName&gt;&#10;      &lt;LayoutName&gt;Section Header&lt;/LayoutName&gt;&#10;    &lt;/SectionLayout&gt;&#10;    &lt;SubsectionLayout&gt;&#10;      &lt;DesignName&gt;Natixis Corporate Finance&lt;/DesignName&gt;&#10;      &lt;LayoutName&gt;Section Header&lt;/LayoutName&gt;&#10;    &lt;/SubsectionLayout&gt;&#10;  &lt;/UsedSlideLayouts&gt;&#10;  &lt;ActiveReminders&gt;&#10;    &lt;ReminderScriptList&gt;&#10;      &lt;ReminderScript&gt;&#10;        &lt;Key xsi:type=&quot;xsd:string&quot;&gt;Reminder28/04/2014 11:15:442114531900&lt;/Key&gt;&#10;        &lt;Value xsi:type=&quot;xsd:string&quot;&gt;&amp;lt;%SectionName%&amp;gt;&lt;/Value&gt;&#10;      &lt;/ReminderScript&gt;&#10;      &lt;ReminderScript&gt;&#10;        &lt;Key xsi:type=&quot;xsd:string&quot;&gt;Reminder28/04/2014 11:16:10712574709&lt;/Key&gt;&#10;        &lt;Value xsi:type=&quot;xsd:string&quot;&gt;Section &amp;lt;%SectionNum%&amp;gt;&lt;/Value&gt;&#10;      &lt;/ReminderScript&gt;&#10;    &lt;/ReminderScriptList&gt;&#10;  &lt;/ActiveReminders&gt;&#10;  &lt;CustomAlgoOptions&gt;&#10;    &lt;CustomBaseAlgoOptions&gt;&#10;      &lt;UseSlideTitleAsSubSectionMarker&gt;false&lt;/UseSlideTitleAsSubSectionMarker&gt;&#10;      &lt;SlideTitleAsSectionMarker&gt;&#10;        &lt;UseTitleAsReminder&gt;false&lt;/UseTitleAsReminder&gt;&#10;      &lt;/SlideTitleAsSectionMarker&gt;&#10;      &lt;ShowSectionNums&gt;true&lt;/ShowSectionNums&gt;&#10;      &lt;ShowSlideIndex&gt;true&lt;/ShowSlideIndex&gt;&#10;      &lt;myColorOfNonCurrentItems&gt;&#10;        &lt;UseFixedColor&gt;false&lt;/UseFixedColor&gt;&#10;        &lt;R&gt;204&lt;/R&gt;&#10;        &lt;G&gt;191&lt;/G&gt;&#10;        &lt;B&gt;211&lt;/B&gt;&#10;      &lt;/myColorOfNonCurrentItems&gt;&#10;      &lt;currentItemFormat&gt;&#10;        &lt;UseBanner&gt;false&lt;/UseBanner&gt;&#10;        &lt;BannerFillR&gt;0&lt;/BannerFillR&gt;&#10;        &lt;BannerFillG&gt;0&lt;/BannerFillG&gt;&#10;        &lt;BannerFillB&gt;0&lt;/BannerFillB&gt;&#10;        &lt;ForceBold&gt;false&lt;/ForceBold&gt;&#10;        &lt;ApplyToSubSections&gt;false&lt;/ApplyToSubSections&gt;&#10;        &lt;ApplyToSectionsOnSubSectionDividers&gt;false&lt;/ApplyToSectionsOnSubSectionDividers&gt;&#10;        &lt;UseSubSecSpecificBanner&gt;false&lt;/UseSubSecSpecificBanner&gt;&#10;        &lt;SubSecBannerFillR&gt;0&lt;/SubSecBannerFillR&gt;&#10;        &lt;SubSecBannerFillG&gt;0&lt;/SubSecBannerFillG&gt;&#10;        &lt;SubSecBannerFillB&gt;0&lt;/SubSecBannerFillB&gt;&#10;      &lt;/currentItemFormat&gt;&#10;      &lt;nonCurrentItemAttenuation&gt;&#10;        &lt;Shading&gt;0.4&lt;/Shading&gt;&#10;      &lt;/nonCurrentItemAttenuation&gt;&#10;      &lt;DisplayTOCOnTwocolumns&gt;false&lt;/DisplayTOCOnTwocolumns&gt;&#10;      &lt;Scripts&gt;&#10;        &lt;BeforeSubSecTitle /&gt;&#10;        &lt;BeforeSlideIndex /&gt;&#10;        &lt;AfterSecNum /&gt;&#10;        &lt;BeforeSecNum /&gt;&#10;        &lt;AfterSubSecNum /&gt;&#10;        &lt;BeforeSubSecNum /&gt;&#10;      &lt;/Scripts&gt;&#10;      &lt;Lines&gt;&#10;        &lt;UseLineBelowSections&gt;false&lt;/UseLineBelowSections&gt;&#10;        &lt;LineBelowSection&gt;&#10;          &lt;XOffset&gt;0&lt;/XOffset&gt;&#10;          &lt;YOffset&gt;0&lt;/YOffset&gt;&#10;          &lt;Weight&gt;0&lt;/Weight&gt;&#10;          &lt;R&gt;0&lt;/R&gt;&#10;          &lt;G&gt;0&lt;/G&gt;&#10;          &lt;B&gt;0&lt;/B&gt;&#10;          &lt;LineStyle&gt;1&lt;/LineStyle&gt;&#10;        &lt;/LineBelowSection&gt;&#10;      &lt;/Lines&gt;&#10;      &lt;ManVerticalSpacing&gt;&#10;        &lt;UseManualSpacing&gt;false&lt;/UseManualSpacing&gt;&#10;        &lt;ManualSpacing&gt;&#10;          &lt;SpaceBeforeSections&gt;14.4566936&lt;/SpaceBeforeSections&gt;&#10;          &lt;SpaceBeforeSubSections&gt;9.637795&lt;/SpaceBeforeSubSections&gt;&#10;          &lt;SpaceBeforeSlides&gt;4.81889772&lt;/SpaceBeforeSlides&gt;&#10;        &lt;/ManualSpacing&gt;&#10;        &lt;ManualSpacingSections&gt;&#10;          &lt;SpaceBeforeSections&gt;15.3070869&lt;/SpaceBeforeSections&gt;&#10;          &lt;SpaceBeforeSubSections&gt;10.2047243&lt;/SpaceBeforeSubSections&gt;&#10;          &lt;SpaceBeforeSlides&gt;5.102362&lt;/SpaceBeforeSlides&gt;&#10;        &lt;/ManualSpacingSections&gt;&#10;        &lt;ManualSpacingSubSections&gt;&#10;          &lt;SpaceBeforeSections&gt;15.3070869&lt;/SpaceBeforeSections&gt;&#10;          &lt;SpaceBeforeSubSections&gt;10.2047243&lt;/SpaceBeforeSubSections&gt;&#10;          &lt;SpaceBeforeSlides&gt;5.102362&lt;/SpaceBeforeSlides&gt;&#10;        &lt;/ManualSpacingSubSections&gt;&#10;        &lt;UseSpecificSpacingForSecDivider&gt;false&lt;/UseSpecificSpacingForSecDivider&gt;&#10;        &lt;UseSpecificSpacingForSubSecDivider&gt;false&lt;/UseSpecificSpacingForSubSecDivider&gt;&#10;      &lt;/ManVerticalSpacing&gt;&#10;    &lt;/CustomBaseAlgoOptions&gt;&#10;  &lt;/CustomAlgoOptions&gt;&#10;  &lt;XmlSubSectionsHaveSlide&gt;true&lt;/XmlSubSectionsHaveSlide&gt;&#10;  &lt;AllowDuplicateTitleSlides&gt;true&lt;/AllowDuplicateTitleSlides&gt;&#10;  &lt;ShowEmptySlideTitles&gt;false&lt;/ShowEmptySlideTitles&gt;&#10;  &lt;NumberingOption&gt;&#10;    &lt;NumType&gt;FullArabic&lt;/NumType&gt;&#10;  &lt;/NumberingOption&gt;&#10;  &lt;NumberingOptionForAppendix&gt;&#10;    &lt;NumType&gt;RomanAndLetters&lt;/NumType&gt;&#10;  &lt;/NumberingOptionForAppendix&gt;&#10;&lt;/TocContentOptions&gt;"/>
  <p:tag name="UPSLIDETOCALGOID" val="Standard"/>
  <p:tag name="UPSLIDETOCMASTERID" val="Natixis CF EN (long)11 6 2014"/>
  <p:tag name="UPSLIDETOCMASTERNAME" val="Natixis CF EN (long)"/>
  <p:tag name="UPSLIDETOCMASTERLASTEDITIONDATE" val="635525394768291440"/>
  <p:tag name="TEMPLATESHORTNAMETAG" val="Template EN (long)"/>
  <p:tag name="TEMPLATEFULLNAMETAG" val="Template EN (long)"/>
  <p:tag name="UPSLIDE" val="Nat00108_Template EN (long)_11-7-2014"/>
  <p:tag name="VISIBLEUPSLIDESLIDELIBPARTS" val="System.Collections.Generic.List`1[System.String]"/>
  <p:tag name="UPSLIDEVERSION" val="3.3.2.0"/>
</p:tagLst>
</file>

<file path=ppt/theme/theme1.xml><?xml version="1.0" encoding="utf-8"?>
<a:theme xmlns:a="http://schemas.openxmlformats.org/drawingml/2006/main" name="1_Hawaiki PPT Templat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Natixis Corporate Finan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7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3599" tIns="43599" rIns="43599" bIns="43599" numCol="1" spcCol="38100" rtlCol="0" anchor="t">
        <a:spAutoFit/>
      </a:bodyPr>
      <a:lstStyle>
        <a:defPPr marL="0" marR="0" indent="0" algn="l" defTabSz="412750" rtl="0" fontAlgn="auto" latinLnBrk="0" hangingPunct="0">
          <a:lnSpc>
            <a:spcPct val="15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600" b="0" i="0" u="none" strike="noStrike" cap="none" spc="0" normalizeH="0" baseline="0">
            <a:ln>
              <a:noFill/>
            </a:ln>
            <a:solidFill>
              <a:srgbClr val="1C3BA0"/>
            </a:solidFill>
            <a:effectLst/>
            <a:uFillTx/>
            <a:latin typeface="Helvetica LT Std Light"/>
            <a:ea typeface="Helvetica LT Std Light"/>
            <a:cs typeface="Helvetica LT Std Light"/>
            <a:sym typeface="Helvetica LT Std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8d3f2bc-570e-466e-8f30-89ce78647ccb" xsi:nil="true"/>
    <lcf76f155ced4ddcb4097134ff3c332f xmlns="da762514-046c-4bad-936f-46d5d38384d2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521D29E94939A4A9509A18CC8D6BC64" ma:contentTypeVersion="13" ma:contentTypeDescription="Create a new document." ma:contentTypeScope="" ma:versionID="c30be32d8943ebb8714f193455d07a9d">
  <xsd:schema xmlns:xsd="http://www.w3.org/2001/XMLSchema" xmlns:xs="http://www.w3.org/2001/XMLSchema" xmlns:p="http://schemas.microsoft.com/office/2006/metadata/properties" xmlns:ns2="da762514-046c-4bad-936f-46d5d38384d2" xmlns:ns3="b8d3f2bc-570e-466e-8f30-89ce78647ccb" targetNamespace="http://schemas.microsoft.com/office/2006/metadata/properties" ma:root="true" ma:fieldsID="9f7b2e4bf49289dccf5cd07619fdbbde" ns2:_="" ns3:_="">
    <xsd:import namespace="da762514-046c-4bad-936f-46d5d38384d2"/>
    <xsd:import namespace="b8d3f2bc-570e-466e-8f30-89ce78647cc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762514-046c-4bad-936f-46d5d38384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2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3e22b673-33ea-4156-aa29-692a5fdc78c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d3f2bc-570e-466e-8f30-89ce78647ccb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00724d1c-e5e5-4201-9775-97b20d4edd09}" ma:internalName="TaxCatchAll" ma:showField="CatchAllData" ma:web="b8d3f2bc-570e-466e-8f30-89ce78647cc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A5D7B9D-0C10-4433-8675-EC0FA882D62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CC201F6-8DE0-4703-A584-6A46666B7281}">
  <ds:schemaRefs>
    <ds:schemaRef ds:uri="14d9076f-92f0-4701-a6be-3fbf68543f55"/>
    <ds:schemaRef ds:uri="76b96def-cc82-407d-b5f5-f76f6e3e5b4f"/>
    <ds:schemaRef ds:uri="a52fc808-2eb6-4a2f-916b-273efd66095c"/>
    <ds:schemaRef ds:uri="adcd9168-63c3-477d-b382-af17fb0f8231"/>
    <ds:schemaRef ds:uri="b8d3f2bc-570e-466e-8f30-89ce78647ccb"/>
    <ds:schemaRef ds:uri="da762514-046c-4bad-936f-46d5d38384d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microsoft.com/sharepoint/v3/field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2BE7323D-4A66-4E1F-AD6D-963397B02E02}">
  <ds:schemaRefs>
    <ds:schemaRef ds:uri="b8d3f2bc-570e-466e-8f30-89ce78647ccb"/>
    <ds:schemaRef ds:uri="da762514-046c-4bad-936f-46d5d38384d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661</Words>
  <Application>Microsoft Office PowerPoint</Application>
  <PresentationFormat>Custom</PresentationFormat>
  <Paragraphs>198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Helvetica LT Std Light</vt:lpstr>
      <vt:lpstr>Wingdings</vt:lpstr>
      <vt:lpstr>1_Hawaiki PPT 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ICS-LUDHUT</dc:creator>
  <cp:lastModifiedBy>Marie Leclerc</cp:lastModifiedBy>
  <cp:revision>1</cp:revision>
  <cp:lastPrinted>2023-03-21T02:16:55Z</cp:lastPrinted>
  <dcterms:modified xsi:type="dcterms:W3CDTF">2024-02-07T21:27:25Z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0x0101009521D29E94939A4A9509A18CC8D6BC64</vt:lpwstr>
  </property>
</Properties>
</file>