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11"/>
  </p:notesMasterIdLst>
  <p:sldIdLst>
    <p:sldId id="258" r:id="rId5"/>
    <p:sldId id="272" r:id="rId6"/>
    <p:sldId id="277" r:id="rId7"/>
    <p:sldId id="296" r:id="rId8"/>
    <p:sldId id="275"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D14655-48F7-4039-95AA-A267D5FDA11E}">
          <p14:sldIdLst>
            <p14:sldId id="258"/>
            <p14:sldId id="272"/>
            <p14:sldId id="277"/>
            <p14:sldId id="296"/>
            <p14:sldId id="275"/>
            <p14:sldId id="26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AE60EB-6609-EE99-3D64-8589CC9AE763}" name="Margaux Faurie" initials="MF" userId="S::marfa@bw-digital.com::00b61d7c-c2f3-4fde-95f6-dc64f548417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3463B6-3C54-4C9C-AE07-79604413301F}" v="1" dt="2023-11-16T04:15:49.209"/>
    <p1510:client id="{34D58A52-D456-4ACE-9919-43D15A3D3EA2}" v="4" dt="2023-11-16T19:25:58.932"/>
    <p1510:client id="{57E6A7DA-4E0B-4E27-B0E5-87BCD23E827F}" v="11" dt="2023-11-13T22:12:44.030"/>
    <p1510:client id="{974454C3-09EC-4147-9D4B-5BAF618ABF18}" v="198" dt="2023-11-16T04:09:53.791"/>
    <p1510:client id="{AAD598E8-5F45-4244-896B-F30C888AD29A}" v="417" dt="2023-11-13T03:22:38.678"/>
    <p1510:client id="{F3957DAB-D032-49DA-90B5-C8ED9E5BDBC3}" v="239" dt="2023-11-13T18:39:28.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ux Faurie" userId="S::marfa@bw-digital.com::00b61d7c-c2f3-4fde-95f6-dc64f5484176" providerId="AD" clId="Web-{F3957DAB-D032-49DA-90B5-C8ED9E5BDBC3}"/>
    <pc:docChg chg="modSld">
      <pc:chgData name="Margaux Faurie" userId="S::marfa@bw-digital.com::00b61d7c-c2f3-4fde-95f6-dc64f5484176" providerId="AD" clId="Web-{F3957DAB-D032-49DA-90B5-C8ED9E5BDBC3}" dt="2023-11-13T18:39:28.112" v="204" actId="1076"/>
      <pc:docMkLst>
        <pc:docMk/>
      </pc:docMkLst>
      <pc:sldChg chg="addSp delSp modSp">
        <pc:chgData name="Margaux Faurie" userId="S::marfa@bw-digital.com::00b61d7c-c2f3-4fde-95f6-dc64f5484176" providerId="AD" clId="Web-{F3957DAB-D032-49DA-90B5-C8ED9E5BDBC3}" dt="2023-11-13T02:50:37.780" v="31" actId="20577"/>
        <pc:sldMkLst>
          <pc:docMk/>
          <pc:sldMk cId="1895931137" sldId="272"/>
        </pc:sldMkLst>
        <pc:spChg chg="add del mod">
          <ac:chgData name="Margaux Faurie" userId="S::marfa@bw-digital.com::00b61d7c-c2f3-4fde-95f6-dc64f5484176" providerId="AD" clId="Web-{F3957DAB-D032-49DA-90B5-C8ED9E5BDBC3}" dt="2023-11-13T02:50:37.780" v="31" actId="20577"/>
          <ac:spMkLst>
            <pc:docMk/>
            <pc:sldMk cId="1895931137" sldId="272"/>
            <ac:spMk id="6" creationId="{8A66B1F4-7A16-39E2-242A-42535510E8E7}"/>
          </ac:spMkLst>
        </pc:spChg>
      </pc:sldChg>
      <pc:sldChg chg="addSp delSp modSp">
        <pc:chgData name="Margaux Faurie" userId="S::marfa@bw-digital.com::00b61d7c-c2f3-4fde-95f6-dc64f5484176" providerId="AD" clId="Web-{F3957DAB-D032-49DA-90B5-C8ED9E5BDBC3}" dt="2023-11-13T02:50:58.030" v="43" actId="20577"/>
        <pc:sldMkLst>
          <pc:docMk/>
          <pc:sldMk cId="2315295910" sldId="275"/>
        </pc:sldMkLst>
        <pc:spChg chg="add del mod">
          <ac:chgData name="Margaux Faurie" userId="S::marfa@bw-digital.com::00b61d7c-c2f3-4fde-95f6-dc64f5484176" providerId="AD" clId="Web-{F3957DAB-D032-49DA-90B5-C8ED9E5BDBC3}" dt="2023-11-13T02:50:58.030" v="43" actId="20577"/>
          <ac:spMkLst>
            <pc:docMk/>
            <pc:sldMk cId="2315295910" sldId="275"/>
            <ac:spMk id="6" creationId="{FC2022B8-ED6F-22DB-50B0-15A274DEA20C}"/>
          </ac:spMkLst>
        </pc:spChg>
      </pc:sldChg>
      <pc:sldChg chg="addSp delSp modSp">
        <pc:chgData name="Margaux Faurie" userId="S::marfa@bw-digital.com::00b61d7c-c2f3-4fde-95f6-dc64f5484176" providerId="AD" clId="Web-{F3957DAB-D032-49DA-90B5-C8ED9E5BDBC3}" dt="2023-11-13T02:50:46.780" v="35" actId="20577"/>
        <pc:sldMkLst>
          <pc:docMk/>
          <pc:sldMk cId="652331174" sldId="277"/>
        </pc:sldMkLst>
        <pc:spChg chg="mod">
          <ac:chgData name="Margaux Faurie" userId="S::marfa@bw-digital.com::00b61d7c-c2f3-4fde-95f6-dc64f5484176" providerId="AD" clId="Web-{F3957DAB-D032-49DA-90B5-C8ED9E5BDBC3}" dt="2023-11-13T02:38:26.636" v="3" actId="20577"/>
          <ac:spMkLst>
            <pc:docMk/>
            <pc:sldMk cId="652331174" sldId="277"/>
            <ac:spMk id="8" creationId="{542FFAF1-CB65-1591-4C2C-4027F87033CC}"/>
          </ac:spMkLst>
        </pc:spChg>
        <pc:spChg chg="add del mod">
          <ac:chgData name="Margaux Faurie" userId="S::marfa@bw-digital.com::00b61d7c-c2f3-4fde-95f6-dc64f5484176" providerId="AD" clId="Web-{F3957DAB-D032-49DA-90B5-C8ED9E5BDBC3}" dt="2023-11-13T02:50:46.780" v="35" actId="20577"/>
          <ac:spMkLst>
            <pc:docMk/>
            <pc:sldMk cId="652331174" sldId="277"/>
            <ac:spMk id="11" creationId="{94214B4C-9362-2B82-DDAA-B66150ACF6EC}"/>
          </ac:spMkLst>
        </pc:spChg>
      </pc:sldChg>
      <pc:sldChg chg="addSp delSp modSp">
        <pc:chgData name="Margaux Faurie" userId="S::marfa@bw-digital.com::00b61d7c-c2f3-4fde-95f6-dc64f5484176" providerId="AD" clId="Web-{F3957DAB-D032-49DA-90B5-C8ED9E5BDBC3}" dt="2023-11-13T02:50:53.233" v="39" actId="20577"/>
        <pc:sldMkLst>
          <pc:docMk/>
          <pc:sldMk cId="3293261868" sldId="296"/>
        </pc:sldMkLst>
        <pc:spChg chg="add del mod">
          <ac:chgData name="Margaux Faurie" userId="S::marfa@bw-digital.com::00b61d7c-c2f3-4fde-95f6-dc64f5484176" providerId="AD" clId="Web-{F3957DAB-D032-49DA-90B5-C8ED9E5BDBC3}" dt="2023-11-13T02:50:53.233" v="39" actId="20577"/>
          <ac:spMkLst>
            <pc:docMk/>
            <pc:sldMk cId="3293261868" sldId="296"/>
            <ac:spMk id="16" creationId="{7778138C-C77E-F9D5-F228-5A94457C6AA6}"/>
          </ac:spMkLst>
        </pc:spChg>
      </pc:sldChg>
      <pc:sldChg chg="modSp">
        <pc:chgData name="Margaux Faurie" userId="S::marfa@bw-digital.com::00b61d7c-c2f3-4fde-95f6-dc64f5484176" providerId="AD" clId="Web-{F3957DAB-D032-49DA-90B5-C8ED9E5BDBC3}" dt="2023-11-13T18:39:28.112" v="204" actId="1076"/>
        <pc:sldMkLst>
          <pc:docMk/>
          <pc:sldMk cId="1494306587" sldId="297"/>
        </pc:sldMkLst>
        <pc:spChg chg="mod">
          <ac:chgData name="Margaux Faurie" userId="S::marfa@bw-digital.com::00b61d7c-c2f3-4fde-95f6-dc64f5484176" providerId="AD" clId="Web-{F3957DAB-D032-49DA-90B5-C8ED9E5BDBC3}" dt="2023-11-13T02:39:24.122" v="9" actId="20577"/>
          <ac:spMkLst>
            <pc:docMk/>
            <pc:sldMk cId="1494306587" sldId="297"/>
            <ac:spMk id="8" creationId="{542FFAF1-CB65-1591-4C2C-4027F87033CC}"/>
          </ac:spMkLst>
        </pc:spChg>
        <pc:spChg chg="mod">
          <ac:chgData name="Margaux Faurie" userId="S::marfa@bw-digital.com::00b61d7c-c2f3-4fde-95f6-dc64f5484176" providerId="AD" clId="Web-{F3957DAB-D032-49DA-90B5-C8ED9E5BDBC3}" dt="2023-11-13T02:50:50.514" v="37" actId="20577"/>
          <ac:spMkLst>
            <pc:docMk/>
            <pc:sldMk cId="1494306587" sldId="297"/>
            <ac:spMk id="11" creationId="{94214B4C-9362-2B82-DDAA-B66150ACF6EC}"/>
          </ac:spMkLst>
        </pc:spChg>
        <pc:graphicFrameChg chg="mod modGraphic">
          <ac:chgData name="Margaux Faurie" userId="S::marfa@bw-digital.com::00b61d7c-c2f3-4fde-95f6-dc64f5484176" providerId="AD" clId="Web-{F3957DAB-D032-49DA-90B5-C8ED9E5BDBC3}" dt="2023-11-13T18:39:28.112" v="204" actId="1076"/>
          <ac:graphicFrameMkLst>
            <pc:docMk/>
            <pc:sldMk cId="1494306587" sldId="297"/>
            <ac:graphicFrameMk id="16" creationId="{C51FF3A7-B311-9B4C-40B4-4D5BF6A81904}"/>
          </ac:graphicFrameMkLst>
        </pc:graphicFrameChg>
      </pc:sldChg>
      <pc:sldChg chg="addSp delSp modSp">
        <pc:chgData name="Margaux Faurie" userId="S::marfa@bw-digital.com::00b61d7c-c2f3-4fde-95f6-dc64f5484176" providerId="AD" clId="Web-{F3957DAB-D032-49DA-90B5-C8ED9E5BDBC3}" dt="2023-11-13T02:50:19.717" v="26" actId="20577"/>
        <pc:sldMkLst>
          <pc:docMk/>
          <pc:sldMk cId="2152672612" sldId="298"/>
        </pc:sldMkLst>
        <pc:spChg chg="add del mod">
          <ac:chgData name="Margaux Faurie" userId="S::marfa@bw-digital.com::00b61d7c-c2f3-4fde-95f6-dc64f5484176" providerId="AD" clId="Web-{F3957DAB-D032-49DA-90B5-C8ED9E5BDBC3}" dt="2023-11-13T02:50:19.717" v="26" actId="20577"/>
          <ac:spMkLst>
            <pc:docMk/>
            <pc:sldMk cId="2152672612" sldId="298"/>
            <ac:spMk id="11" creationId="{94214B4C-9362-2B82-DDAA-B66150ACF6EC}"/>
          </ac:spMkLst>
        </pc:spChg>
      </pc:sldChg>
    </pc:docChg>
  </pc:docChgLst>
  <pc:docChgLst>
    <pc:chgData name="Margaux Faurie" userId="S::marfa@bw-digital.com::00b61d7c-c2f3-4fde-95f6-dc64f5484176" providerId="AD" clId="Web-{34D58A52-D456-4ACE-9919-43D15A3D3EA2}"/>
    <pc:docChg chg="modSld">
      <pc:chgData name="Margaux Faurie" userId="S::marfa@bw-digital.com::00b61d7c-c2f3-4fde-95f6-dc64f5484176" providerId="AD" clId="Web-{34D58A52-D456-4ACE-9919-43D15A3D3EA2}" dt="2023-11-16T19:25:58.932" v="3" actId="20577"/>
      <pc:docMkLst>
        <pc:docMk/>
      </pc:docMkLst>
      <pc:sldChg chg="modSp">
        <pc:chgData name="Margaux Faurie" userId="S::marfa@bw-digital.com::00b61d7c-c2f3-4fde-95f6-dc64f5484176" providerId="AD" clId="Web-{34D58A52-D456-4ACE-9919-43D15A3D3EA2}" dt="2023-11-16T19:25:58.932" v="3" actId="20577"/>
        <pc:sldMkLst>
          <pc:docMk/>
          <pc:sldMk cId="2315295910" sldId="275"/>
        </pc:sldMkLst>
        <pc:spChg chg="mod">
          <ac:chgData name="Margaux Faurie" userId="S::marfa@bw-digital.com::00b61d7c-c2f3-4fde-95f6-dc64f5484176" providerId="AD" clId="Web-{34D58A52-D456-4ACE-9919-43D15A3D3EA2}" dt="2023-11-16T19:25:58.932" v="3" actId="20577"/>
          <ac:spMkLst>
            <pc:docMk/>
            <pc:sldMk cId="2315295910" sldId="275"/>
            <ac:spMk id="8" creationId="{542FFAF1-CB65-1591-4C2C-4027F87033CC}"/>
          </ac:spMkLst>
        </pc:spChg>
      </pc:sldChg>
    </pc:docChg>
  </pc:docChgLst>
  <pc:docChgLst>
    <pc:chgData name="Marie Leclerc" userId="S::mlec@bw-digital.com::00fc8d31-3da9-4e8a-ba57-0a3744306fc4" providerId="AD" clId="Web-{043463B6-3C54-4C9C-AE07-79604413301F}"/>
    <pc:docChg chg="delSld modSection">
      <pc:chgData name="Marie Leclerc" userId="S::mlec@bw-digital.com::00fc8d31-3da9-4e8a-ba57-0a3744306fc4" providerId="AD" clId="Web-{043463B6-3C54-4C9C-AE07-79604413301F}" dt="2023-11-16T04:15:49.209" v="0"/>
      <pc:docMkLst>
        <pc:docMk/>
      </pc:docMkLst>
      <pc:sldChg chg="del">
        <pc:chgData name="Marie Leclerc" userId="S::mlec@bw-digital.com::00fc8d31-3da9-4e8a-ba57-0a3744306fc4" providerId="AD" clId="Web-{043463B6-3C54-4C9C-AE07-79604413301F}" dt="2023-11-16T04:15:49.209" v="0"/>
        <pc:sldMkLst>
          <pc:docMk/>
          <pc:sldMk cId="1494306587" sldId="297"/>
        </pc:sldMkLst>
      </pc:sldChg>
    </pc:docChg>
  </pc:docChgLst>
  <pc:docChgLst>
    <pc:chgData name="Marie Leclerc" userId="S::mlec@bw-digital.com::00fc8d31-3da9-4e8a-ba57-0a3744306fc4" providerId="AD" clId="Web-{974454C3-09EC-4147-9D4B-5BAF618ABF18}"/>
    <pc:docChg chg="delSld modSld modSection">
      <pc:chgData name="Marie Leclerc" userId="S::mlec@bw-digital.com::00fc8d31-3da9-4e8a-ba57-0a3744306fc4" providerId="AD" clId="Web-{974454C3-09EC-4147-9D4B-5BAF618ABF18}" dt="2023-11-16T04:09:53.791" v="183"/>
      <pc:docMkLst>
        <pc:docMk/>
      </pc:docMkLst>
      <pc:sldChg chg="delAnim">
        <pc:chgData name="Marie Leclerc" userId="S::mlec@bw-digital.com::00fc8d31-3da9-4e8a-ba57-0a3744306fc4" providerId="AD" clId="Web-{974454C3-09EC-4147-9D4B-5BAF618ABF18}" dt="2023-11-16T03:53:21.628" v="95"/>
        <pc:sldMkLst>
          <pc:docMk/>
          <pc:sldMk cId="1895931137" sldId="272"/>
        </pc:sldMkLst>
      </pc:sldChg>
      <pc:sldChg chg="delAnim">
        <pc:chgData name="Marie Leclerc" userId="S::mlec@bw-digital.com::00fc8d31-3da9-4e8a-ba57-0a3744306fc4" providerId="AD" clId="Web-{974454C3-09EC-4147-9D4B-5BAF618ABF18}" dt="2023-11-16T04:09:18.525" v="182"/>
        <pc:sldMkLst>
          <pc:docMk/>
          <pc:sldMk cId="2315295910" sldId="275"/>
        </pc:sldMkLst>
      </pc:sldChg>
      <pc:sldChg chg="delSp modSp delAnim">
        <pc:chgData name="Marie Leclerc" userId="S::mlec@bw-digital.com::00fc8d31-3da9-4e8a-ba57-0a3744306fc4" providerId="AD" clId="Web-{974454C3-09EC-4147-9D4B-5BAF618ABF18}" dt="2023-11-16T04:08:53.477" v="164" actId="1076"/>
        <pc:sldMkLst>
          <pc:docMk/>
          <pc:sldMk cId="652331174" sldId="277"/>
        </pc:sldMkLst>
        <pc:spChg chg="del">
          <ac:chgData name="Marie Leclerc" userId="S::mlec@bw-digital.com::00fc8d31-3da9-4e8a-ba57-0a3744306fc4" providerId="AD" clId="Web-{974454C3-09EC-4147-9D4B-5BAF618ABF18}" dt="2023-11-16T03:54:41.723" v="140"/>
          <ac:spMkLst>
            <pc:docMk/>
            <pc:sldMk cId="652331174" sldId="277"/>
            <ac:spMk id="3" creationId="{D31AEE82-FF90-83ED-629F-7C3253C232F2}"/>
          </ac:spMkLst>
        </pc:spChg>
        <pc:spChg chg="mod">
          <ac:chgData name="Marie Leclerc" userId="S::mlec@bw-digital.com::00fc8d31-3da9-4e8a-ba57-0a3744306fc4" providerId="AD" clId="Web-{974454C3-09EC-4147-9D4B-5BAF618ABF18}" dt="2023-11-16T04:08:53.477" v="164" actId="1076"/>
          <ac:spMkLst>
            <pc:docMk/>
            <pc:sldMk cId="652331174" sldId="277"/>
            <ac:spMk id="8" creationId="{542FFAF1-CB65-1591-4C2C-4027F87033CC}"/>
          </ac:spMkLst>
        </pc:spChg>
        <pc:spChg chg="del">
          <ac:chgData name="Marie Leclerc" userId="S::mlec@bw-digital.com::00fc8d31-3da9-4e8a-ba57-0a3744306fc4" providerId="AD" clId="Web-{974454C3-09EC-4147-9D4B-5BAF618ABF18}" dt="2023-11-16T03:54:41.176" v="139"/>
          <ac:spMkLst>
            <pc:docMk/>
            <pc:sldMk cId="652331174" sldId="277"/>
            <ac:spMk id="10" creationId="{8DD03571-B933-222A-44EB-A55DE003B17D}"/>
          </ac:spMkLst>
        </pc:spChg>
        <pc:picChg chg="del">
          <ac:chgData name="Marie Leclerc" userId="S::mlec@bw-digital.com::00fc8d31-3da9-4e8a-ba57-0a3744306fc4" providerId="AD" clId="Web-{974454C3-09EC-4147-9D4B-5BAF618ABF18}" dt="2023-11-16T03:54:38.708" v="137"/>
          <ac:picMkLst>
            <pc:docMk/>
            <pc:sldMk cId="652331174" sldId="277"/>
            <ac:picMk id="6" creationId="{B4B36159-FFC4-20BA-9C95-B0DAF9657FBC}"/>
          </ac:picMkLst>
        </pc:picChg>
        <pc:picChg chg="del">
          <ac:chgData name="Marie Leclerc" userId="S::mlec@bw-digital.com::00fc8d31-3da9-4e8a-ba57-0a3744306fc4" providerId="AD" clId="Web-{974454C3-09EC-4147-9D4B-5BAF618ABF18}" dt="2023-11-16T03:54:39.270" v="138"/>
          <ac:picMkLst>
            <pc:docMk/>
            <pc:sldMk cId="652331174" sldId="277"/>
            <ac:picMk id="15" creationId="{6F2897C2-7D1F-7DFF-1C26-80F95415E96C}"/>
          </ac:picMkLst>
        </pc:picChg>
      </pc:sldChg>
      <pc:sldChg chg="delAnim">
        <pc:chgData name="Marie Leclerc" userId="S::mlec@bw-digital.com::00fc8d31-3da9-4e8a-ba57-0a3744306fc4" providerId="AD" clId="Web-{974454C3-09EC-4147-9D4B-5BAF618ABF18}" dt="2023-11-16T04:09:06.102" v="171"/>
        <pc:sldMkLst>
          <pc:docMk/>
          <pc:sldMk cId="3293261868" sldId="296"/>
        </pc:sldMkLst>
      </pc:sldChg>
      <pc:sldChg chg="modSp">
        <pc:chgData name="Marie Leclerc" userId="S::mlec@bw-digital.com::00fc8d31-3da9-4e8a-ba57-0a3744306fc4" providerId="AD" clId="Web-{974454C3-09EC-4147-9D4B-5BAF618ABF18}" dt="2023-11-15T22:00:43.252" v="94" actId="20577"/>
        <pc:sldMkLst>
          <pc:docMk/>
          <pc:sldMk cId="1494306587" sldId="297"/>
        </pc:sldMkLst>
        <pc:spChg chg="mod">
          <ac:chgData name="Marie Leclerc" userId="S::mlec@bw-digital.com::00fc8d31-3da9-4e8a-ba57-0a3744306fc4" providerId="AD" clId="Web-{974454C3-09EC-4147-9D4B-5BAF618ABF18}" dt="2023-11-15T22:00:43.252" v="94" actId="20577"/>
          <ac:spMkLst>
            <pc:docMk/>
            <pc:sldMk cId="1494306587" sldId="297"/>
            <ac:spMk id="8" creationId="{542FFAF1-CB65-1591-4C2C-4027F87033CC}"/>
          </ac:spMkLst>
        </pc:spChg>
      </pc:sldChg>
      <pc:sldChg chg="modSp del">
        <pc:chgData name="Marie Leclerc" userId="S::mlec@bw-digital.com::00fc8d31-3da9-4e8a-ba57-0a3744306fc4" providerId="AD" clId="Web-{974454C3-09EC-4147-9D4B-5BAF618ABF18}" dt="2023-11-16T04:09:53.791" v="183"/>
        <pc:sldMkLst>
          <pc:docMk/>
          <pc:sldMk cId="2152672612" sldId="298"/>
        </pc:sldMkLst>
        <pc:graphicFrameChg chg="mod modGraphic">
          <ac:chgData name="Marie Leclerc" userId="S::mlec@bw-digital.com::00fc8d31-3da9-4e8a-ba57-0a3744306fc4" providerId="AD" clId="Web-{974454C3-09EC-4147-9D4B-5BAF618ABF18}" dt="2023-11-15T21:51:46.913" v="48"/>
          <ac:graphicFrameMkLst>
            <pc:docMk/>
            <pc:sldMk cId="2152672612" sldId="298"/>
            <ac:graphicFrameMk id="6" creationId="{2CC1ADA6-1D42-71AE-5AB9-DFC366ACBE10}"/>
          </ac:graphicFrameMkLst>
        </pc:graphicFrameChg>
      </pc:sldChg>
    </pc:docChg>
  </pc:docChgLst>
  <pc:docChgLst>
    <pc:chgData name="Marie Leclerc" userId="S::mlec@bw-digital.com::00fc8d31-3da9-4e8a-ba57-0a3744306fc4" providerId="AD" clId="Web-{AAD598E8-5F45-4244-896B-F30C888AD29A}"/>
    <pc:docChg chg="addSld modSld sldOrd modSection">
      <pc:chgData name="Marie Leclerc" userId="S::mlec@bw-digital.com::00fc8d31-3da9-4e8a-ba57-0a3744306fc4" providerId="AD" clId="Web-{AAD598E8-5F45-4244-896B-F30C888AD29A}" dt="2023-11-13T03:22:36.553" v="335" actId="1076"/>
      <pc:docMkLst>
        <pc:docMk/>
      </pc:docMkLst>
      <pc:sldChg chg="addSp delSp modSp add ord delAnim">
        <pc:chgData name="Marie Leclerc" userId="S::mlec@bw-digital.com::00fc8d31-3da9-4e8a-ba57-0a3744306fc4" providerId="AD" clId="Web-{AAD598E8-5F45-4244-896B-F30C888AD29A}" dt="2023-11-13T03:22:36.553" v="335" actId="1076"/>
        <pc:sldMkLst>
          <pc:docMk/>
          <pc:sldMk cId="2152672612" sldId="298"/>
        </pc:sldMkLst>
        <pc:spChg chg="mod">
          <ac:chgData name="Marie Leclerc" userId="S::mlec@bw-digital.com::00fc8d31-3da9-4e8a-ba57-0a3744306fc4" providerId="AD" clId="Web-{AAD598E8-5F45-4244-896B-F30C888AD29A}" dt="2023-11-13T02:42:33.159" v="79" actId="20577"/>
          <ac:spMkLst>
            <pc:docMk/>
            <pc:sldMk cId="2152672612" sldId="298"/>
            <ac:spMk id="4" creationId="{CCEC735B-1C25-70CE-323A-D4AA3765A33E}"/>
          </ac:spMkLst>
        </pc:spChg>
        <pc:spChg chg="del">
          <ac:chgData name="Marie Leclerc" userId="S::mlec@bw-digital.com::00fc8d31-3da9-4e8a-ba57-0a3744306fc4" providerId="AD" clId="Web-{AAD598E8-5F45-4244-896B-F30C888AD29A}" dt="2023-11-13T02:42:40.581" v="83"/>
          <ac:spMkLst>
            <pc:docMk/>
            <pc:sldMk cId="2152672612" sldId="298"/>
            <ac:spMk id="8" creationId="{542FFAF1-CB65-1591-4C2C-4027F87033CC}"/>
          </ac:spMkLst>
        </pc:spChg>
        <pc:graphicFrameChg chg="add mod modGraphic">
          <ac:chgData name="Marie Leclerc" userId="S::mlec@bw-digital.com::00fc8d31-3da9-4e8a-ba57-0a3744306fc4" providerId="AD" clId="Web-{AAD598E8-5F45-4244-896B-F30C888AD29A}" dt="2023-11-13T03:22:36.553" v="335" actId="1076"/>
          <ac:graphicFrameMkLst>
            <pc:docMk/>
            <pc:sldMk cId="2152672612" sldId="298"/>
            <ac:graphicFrameMk id="6" creationId="{2CC1ADA6-1D42-71AE-5AB9-DFC366ACBE10}"/>
          </ac:graphicFrameMkLst>
        </pc:graphicFrameChg>
        <pc:graphicFrameChg chg="del mod modGraphic">
          <ac:chgData name="Marie Leclerc" userId="S::mlec@bw-digital.com::00fc8d31-3da9-4e8a-ba57-0a3744306fc4" providerId="AD" clId="Web-{AAD598E8-5F45-4244-896B-F30C888AD29A}" dt="2023-11-13T02:42:38.206" v="82"/>
          <ac:graphicFrameMkLst>
            <pc:docMk/>
            <pc:sldMk cId="2152672612" sldId="298"/>
            <ac:graphicFrameMk id="16" creationId="{C51FF3A7-B311-9B4C-40B4-4D5BF6A81904}"/>
          </ac:graphicFrameMkLst>
        </pc:graphicFrameChg>
        <pc:picChg chg="add del mod">
          <ac:chgData name="Marie Leclerc" userId="S::mlec@bw-digital.com::00fc8d31-3da9-4e8a-ba57-0a3744306fc4" providerId="AD" clId="Web-{AAD598E8-5F45-4244-896B-F30C888AD29A}" dt="2023-11-13T03:21:18.097" v="89"/>
          <ac:picMkLst>
            <pc:docMk/>
            <pc:sldMk cId="2152672612" sldId="298"/>
            <ac:picMk id="2" creationId="{E315E215-24E1-4C32-5A71-B3660C8332D5}"/>
          </ac:picMkLst>
        </pc:picChg>
      </pc:sldChg>
    </pc:docChg>
  </pc:docChgLst>
  <pc:docChgLst>
    <pc:chgData name="Marie Leclerc" userId="S::mlec@bw-digital.com::00fc8d31-3da9-4e8a-ba57-0a3744306fc4" providerId="AD" clId="Web-{57E6A7DA-4E0B-4E27-B0E5-87BCD23E827F}"/>
    <pc:docChg chg="modSld sldOrd">
      <pc:chgData name="Marie Leclerc" userId="S::mlec@bw-digital.com::00fc8d31-3da9-4e8a-ba57-0a3744306fc4" providerId="AD" clId="Web-{57E6A7DA-4E0B-4E27-B0E5-87BCD23E827F}" dt="2023-11-13T22:12:44.030" v="10" actId="20577"/>
      <pc:docMkLst>
        <pc:docMk/>
      </pc:docMkLst>
      <pc:sldChg chg="ord">
        <pc:chgData name="Marie Leclerc" userId="S::mlec@bw-digital.com::00fc8d31-3da9-4e8a-ba57-0a3744306fc4" providerId="AD" clId="Web-{57E6A7DA-4E0B-4E27-B0E5-87BCD23E827F}" dt="2023-11-13T22:08:53.353" v="6"/>
        <pc:sldMkLst>
          <pc:docMk/>
          <pc:sldMk cId="2274614895" sldId="263"/>
        </pc:sldMkLst>
      </pc:sldChg>
      <pc:sldChg chg="modSp">
        <pc:chgData name="Marie Leclerc" userId="S::mlec@bw-digital.com::00fc8d31-3da9-4e8a-ba57-0a3744306fc4" providerId="AD" clId="Web-{57E6A7DA-4E0B-4E27-B0E5-87BCD23E827F}" dt="2023-11-13T22:08:39.869" v="4" actId="20577"/>
        <pc:sldMkLst>
          <pc:docMk/>
          <pc:sldMk cId="652331174" sldId="277"/>
        </pc:sldMkLst>
        <pc:spChg chg="mod">
          <ac:chgData name="Marie Leclerc" userId="S::mlec@bw-digital.com::00fc8d31-3da9-4e8a-ba57-0a3744306fc4" providerId="AD" clId="Web-{57E6A7DA-4E0B-4E27-B0E5-87BCD23E827F}" dt="2023-11-13T22:08:39.869" v="4" actId="20577"/>
          <ac:spMkLst>
            <pc:docMk/>
            <pc:sldMk cId="652331174" sldId="277"/>
            <ac:spMk id="8" creationId="{542FFAF1-CB65-1591-4C2C-4027F87033CC}"/>
          </ac:spMkLst>
        </pc:spChg>
      </pc:sldChg>
      <pc:sldChg chg="modSp ord">
        <pc:chgData name="Marie Leclerc" userId="S::mlec@bw-digital.com::00fc8d31-3da9-4e8a-ba57-0a3744306fc4" providerId="AD" clId="Web-{57E6A7DA-4E0B-4E27-B0E5-87BCD23E827F}" dt="2023-11-13T22:12:44.030" v="10" actId="20577"/>
        <pc:sldMkLst>
          <pc:docMk/>
          <pc:sldMk cId="1494306587" sldId="297"/>
        </pc:sldMkLst>
        <pc:spChg chg="mod">
          <ac:chgData name="Marie Leclerc" userId="S::mlec@bw-digital.com::00fc8d31-3da9-4e8a-ba57-0a3744306fc4" providerId="AD" clId="Web-{57E6A7DA-4E0B-4E27-B0E5-87BCD23E827F}" dt="2023-11-13T22:12:44.030" v="10" actId="20577"/>
          <ac:spMkLst>
            <pc:docMk/>
            <pc:sldMk cId="1494306587" sldId="297"/>
            <ac:spMk id="8" creationId="{542FFAF1-CB65-1591-4C2C-4027F87033CC}"/>
          </ac:spMkLst>
        </pc:spChg>
      </pc:sldChg>
      <pc:sldChg chg="ord">
        <pc:chgData name="Marie Leclerc" userId="S::mlec@bw-digital.com::00fc8d31-3da9-4e8a-ba57-0a3744306fc4" providerId="AD" clId="Web-{57E6A7DA-4E0B-4E27-B0E5-87BCD23E827F}" dt="2023-11-13T22:08:57.572" v="7"/>
        <pc:sldMkLst>
          <pc:docMk/>
          <pc:sldMk cId="2152672612"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20EB2B-A07C-4614-AE7B-5D64A63D40E6}" type="datetimeFigureOut">
              <a:t>11/16/2023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6B978-5159-4AE1-A778-5486AB802A84}" type="slidenum">
              <a:t>‹#›</a:t>
            </a:fld>
            <a:endParaRPr lang="en-US"/>
          </a:p>
        </p:txBody>
      </p:sp>
    </p:spTree>
    <p:extLst>
      <p:ext uri="{BB962C8B-B14F-4D97-AF65-F5344CB8AC3E}">
        <p14:creationId xmlns:p14="http://schemas.microsoft.com/office/powerpoint/2010/main" val="90144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386B978-5159-4AE1-A778-5486AB802A84}" type="slidenum">
              <a:rPr lang="en-GB"/>
              <a:t>1</a:t>
            </a:fld>
            <a:endParaRPr lang="en-GB"/>
          </a:p>
        </p:txBody>
      </p:sp>
    </p:spTree>
    <p:extLst>
      <p:ext uri="{BB962C8B-B14F-4D97-AF65-F5344CB8AC3E}">
        <p14:creationId xmlns:p14="http://schemas.microsoft.com/office/powerpoint/2010/main" val="2657113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1110eab27f0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110eab27f0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One thing we wanted to improve : having very clear and dedicated time of the year to meet. </a:t>
            </a:r>
          </a:p>
          <a:p>
            <a:endParaRPr lang="en-US">
              <a:ea typeface="Calibri"/>
              <a:cs typeface="Calibri"/>
            </a:endParaRPr>
          </a:p>
          <a:p>
            <a:r>
              <a:rPr lang="en-US">
                <a:ea typeface="Calibri"/>
                <a:cs typeface="Calibri"/>
              </a:rPr>
              <a:t>Twice a year meeting cycle – mid y + end of y. </a:t>
            </a:r>
          </a:p>
          <a:p>
            <a:endParaRPr lang="en-US">
              <a:ea typeface="Calibri"/>
              <a:cs typeface="Calibri"/>
            </a:endParaRPr>
          </a:p>
          <a:p>
            <a:r>
              <a:rPr lang="en-US">
                <a:ea typeface="Calibri"/>
                <a:cs typeface="Calibri"/>
              </a:rPr>
              <a:t>At the end of the year, you assess the current year AND define goals for the following one. </a:t>
            </a:r>
          </a:p>
          <a:p>
            <a:r>
              <a:rPr lang="en-US">
                <a:ea typeface="Calibri"/>
                <a:cs typeface="Calibri"/>
              </a:rPr>
              <a:t>Q1 of the following year, bonuses are calculated based on your End of Y CC. </a:t>
            </a:r>
            <a:endParaRPr lang="en-US">
              <a:cs typeface="Calibri" panose="020F0502020204030204"/>
            </a:endParaRPr>
          </a:p>
          <a:p>
            <a:r>
              <a:rPr lang="en-US"/>
              <a:t>Q1 of the following year, BWD and team's Goals and KPI for the next year are defined by the managers and SLT, and communicated. </a:t>
            </a:r>
            <a:endParaRPr lang="en-US">
              <a:cs typeface="Calibri"/>
            </a:endParaRPr>
          </a:p>
          <a:p>
            <a:endParaRPr lang="en-US">
              <a:ea typeface="Calibri"/>
              <a:cs typeface="Calibri"/>
            </a:endParaRPr>
          </a:p>
          <a:p>
            <a:r>
              <a:rPr lang="en-US">
                <a:ea typeface="Calibri"/>
                <a:cs typeface="Calibri"/>
              </a:rPr>
              <a:t>The mid y CC is a mid-term assessment : are we on track ? If yes, congrats, do we need new goals ? If not, what is the plan to catchup ? </a:t>
            </a:r>
            <a:endParaRPr lang="en-US"/>
          </a:p>
          <a:p>
            <a:endParaRPr lang="en-US">
              <a:cs typeface="Calibri"/>
            </a:endParaRPr>
          </a:p>
          <a:p>
            <a:r>
              <a:rPr lang="en-US">
                <a:ea typeface="Calibri"/>
                <a:cs typeface="Calibri"/>
              </a:rPr>
              <a:t>We start NOW : in Nov-Dec 2023, we would like you to meet your manager and your team to assess performance in 2023. You use the ppt CC to prepare, fill the new excel CC to document. In Q1 2024, BWD will calculate bonuses to reward 2023 AND will communicate 2024 KPIS, partially based on your 2024 smart goals. Mid 2024, you meet your manager and your team for a mid term assessment. End of 2024, you meet again to review 2024 and define 2025 goals. </a:t>
            </a:r>
          </a:p>
          <a:p>
            <a:pPr marL="0" lvl="0" indent="0" algn="l" rtl="0">
              <a:spcBef>
                <a:spcPts val="0"/>
              </a:spcBef>
              <a:spcAft>
                <a:spcPts val="0"/>
              </a:spcAft>
              <a:buNone/>
            </a:pPr>
            <a:endParaRPr lang="en-US"/>
          </a:p>
        </p:txBody>
      </p:sp>
    </p:spTree>
    <p:extLst>
      <p:ext uri="{BB962C8B-B14F-4D97-AF65-F5344CB8AC3E}">
        <p14:creationId xmlns:p14="http://schemas.microsoft.com/office/powerpoint/2010/main" val="2977316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1110eab27f0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110eab27f0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ea typeface="Calibri"/>
              <a:cs typeface="Calibri"/>
            </a:endParaRPr>
          </a:p>
          <a:p>
            <a:pPr marL="0" lvl="0" indent="0" algn="l" rtl="0">
              <a:spcBef>
                <a:spcPts val="0"/>
              </a:spcBef>
              <a:spcAft>
                <a:spcPts val="0"/>
              </a:spcAft>
              <a:buNone/>
            </a:pPr>
            <a:endParaRPr lang="en-US"/>
          </a:p>
        </p:txBody>
      </p:sp>
    </p:spTree>
    <p:extLst>
      <p:ext uri="{BB962C8B-B14F-4D97-AF65-F5344CB8AC3E}">
        <p14:creationId xmlns:p14="http://schemas.microsoft.com/office/powerpoint/2010/main" val="577297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1110eab27f0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110eab27f0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ea typeface="Calibri"/>
              <a:cs typeface="Calibri"/>
            </a:endParaRPr>
          </a:p>
        </p:txBody>
      </p:sp>
    </p:spTree>
    <p:extLst>
      <p:ext uri="{BB962C8B-B14F-4D97-AF65-F5344CB8AC3E}">
        <p14:creationId xmlns:p14="http://schemas.microsoft.com/office/powerpoint/2010/main" val="3858574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1110eab27f0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110eab27f0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cs typeface="Calibri"/>
            </a:endParaRPr>
          </a:p>
        </p:txBody>
      </p:sp>
    </p:spTree>
    <p:extLst>
      <p:ext uri="{BB962C8B-B14F-4D97-AF65-F5344CB8AC3E}">
        <p14:creationId xmlns:p14="http://schemas.microsoft.com/office/powerpoint/2010/main" val="173513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1110eab27f0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110eab27f0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p:txBody>
      </p:sp>
    </p:spTree>
    <p:extLst>
      <p:ext uri="{BB962C8B-B14F-4D97-AF65-F5344CB8AC3E}">
        <p14:creationId xmlns:p14="http://schemas.microsoft.com/office/powerpoint/2010/main" val="2386282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F3C0-F105-B5A9-9447-BBF0C52173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18590575-B0EE-6C50-2C05-D3506452AD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8B7D3981-A0ED-1C49-3877-B1CA6ACB68D4}"/>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5" name="Footer Placeholder 4">
            <a:extLst>
              <a:ext uri="{FF2B5EF4-FFF2-40B4-BE49-F238E27FC236}">
                <a16:creationId xmlns:a16="http://schemas.microsoft.com/office/drawing/2014/main" id="{BC991B7A-A0AA-C2B9-EC0E-4FB112F3213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3319512-0B85-9563-F224-F071A8DA362C}"/>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3756554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39044-581F-38C1-2F28-63ADDBBCE8DC}"/>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5EBCF957-AEB4-8F27-257D-4F87AD571A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FCCDCA7-0AE9-6F96-7716-C5848653A531}"/>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5" name="Footer Placeholder 4">
            <a:extLst>
              <a:ext uri="{FF2B5EF4-FFF2-40B4-BE49-F238E27FC236}">
                <a16:creationId xmlns:a16="http://schemas.microsoft.com/office/drawing/2014/main" id="{42D7E3D1-763F-DF8A-1152-8C9585B6CF2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7652C8F-A38F-8096-3349-0420AC6BF0EB}"/>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1992959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20071-BD0D-D36F-0A98-F88B5F2470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FA5CF6C6-215F-59ED-FA48-0AC782921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88FAE5-0DC4-3AC5-B9C5-AE81A553AF4D}"/>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5" name="Footer Placeholder 4">
            <a:extLst>
              <a:ext uri="{FF2B5EF4-FFF2-40B4-BE49-F238E27FC236}">
                <a16:creationId xmlns:a16="http://schemas.microsoft.com/office/drawing/2014/main" id="{79B13C68-F723-4627-C458-C05C456AABC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9B432BA-FB0A-B2B5-8D98-185247AE4093}"/>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322727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767F4-763D-D59D-4445-5DA152C1BD53}"/>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906357D-F495-80C8-9DCB-74B54059D1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0E77CDA4-CDB2-F14C-D812-799960565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E7F3A7DF-FE79-2108-A2DB-736DC5F07F9A}"/>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6" name="Footer Placeholder 5">
            <a:extLst>
              <a:ext uri="{FF2B5EF4-FFF2-40B4-BE49-F238E27FC236}">
                <a16:creationId xmlns:a16="http://schemas.microsoft.com/office/drawing/2014/main" id="{EE1B94FC-7636-BBED-D745-61343DFFEB24}"/>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B8CCCBDF-0A29-4D51-477B-2E3CCC9E6C67}"/>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4230922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1876-476B-2D8E-D510-0B3AE33843A0}"/>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B3D69F9-DB17-FA18-7056-E604ECF3A6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30D24-FC47-6398-9E06-CB5FD138FB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42E0BBA-BAD9-4327-D420-48C37C577D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03F134-51CE-0CBC-BB82-C307211D45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F494D3D9-D954-F9C4-EA57-422125B1EAB3}"/>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8" name="Footer Placeholder 7">
            <a:extLst>
              <a:ext uri="{FF2B5EF4-FFF2-40B4-BE49-F238E27FC236}">
                <a16:creationId xmlns:a16="http://schemas.microsoft.com/office/drawing/2014/main" id="{3C886778-AD9D-84B2-91CE-2497C6BDE3C9}"/>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662E1805-D62C-FDC6-BA2A-7BF1838DD1FD}"/>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2744225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F27B-9238-008E-7102-797F59B432AE}"/>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7B83C79-1E06-7709-BE45-1A088434FDBE}"/>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4" name="Footer Placeholder 3">
            <a:extLst>
              <a:ext uri="{FF2B5EF4-FFF2-40B4-BE49-F238E27FC236}">
                <a16:creationId xmlns:a16="http://schemas.microsoft.com/office/drawing/2014/main" id="{E7003A47-EBAE-6A36-596F-95086C6337EB}"/>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B74E9708-BC5D-4FCF-5F0C-F3A99D0C29C5}"/>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3206172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0944D8-D774-A45F-EF94-5F1A5544881A}"/>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3" name="Footer Placeholder 2">
            <a:extLst>
              <a:ext uri="{FF2B5EF4-FFF2-40B4-BE49-F238E27FC236}">
                <a16:creationId xmlns:a16="http://schemas.microsoft.com/office/drawing/2014/main" id="{F3B74201-F7A1-5734-2A7A-84EC381E0BED}"/>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2F5557F-A998-D3AA-03B0-CA3FB376D06A}"/>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2068144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17518-3770-A9C3-8CB6-1CBFC4B29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0B3CF904-BC5C-BD7E-3B9B-8D3D70BF8D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83AB589C-0A29-1278-2D29-48B4093F0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34E6DF-F6B7-EF4E-3115-8A40D15A5C21}"/>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6" name="Footer Placeholder 5">
            <a:extLst>
              <a:ext uri="{FF2B5EF4-FFF2-40B4-BE49-F238E27FC236}">
                <a16:creationId xmlns:a16="http://schemas.microsoft.com/office/drawing/2014/main" id="{A5999223-9623-2A00-1167-A1B1E0F7E898}"/>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2BDEE61-9416-71FF-AECD-FA9A76A10A28}"/>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8877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DAF71-298B-10A2-03C6-EFC02B874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D3C90A98-779C-5152-21CE-8FE3C5BD38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5FD59C77-025B-F57D-DC9A-CC4274B26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ECAF1C-FAC8-4596-D7A3-F0F64395B952}"/>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6" name="Footer Placeholder 5">
            <a:extLst>
              <a:ext uri="{FF2B5EF4-FFF2-40B4-BE49-F238E27FC236}">
                <a16:creationId xmlns:a16="http://schemas.microsoft.com/office/drawing/2014/main" id="{D063E1AB-D4E1-8F6E-2DE2-85426AFBEE1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00079272-3113-8F07-86DE-CEF3E27F048C}"/>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8479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F3588-F02C-FBD2-4576-0230F5011C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73030A10-5BBC-2978-DE76-259A903747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322CD6A-24AA-A2C4-CA05-5873A6A37D32}"/>
              </a:ext>
            </a:extLst>
          </p:cNvPr>
          <p:cNvSpPr>
            <a:spLocks noGrp="1"/>
          </p:cNvSpPr>
          <p:nvPr>
            <p:ph type="dt" sz="half" idx="10"/>
          </p:nvPr>
        </p:nvSpPr>
        <p:spPr/>
        <p:txBody>
          <a:bodyPr/>
          <a:lstStyle/>
          <a:p>
            <a:fld id="{06AA6B8A-83E7-4544-98E5-C57E9555A669}" type="datetimeFigureOut">
              <a:rPr lang="en-NZ" smtClean="0"/>
              <a:t>16/11/2023</a:t>
            </a:fld>
            <a:endParaRPr lang="en-NZ"/>
          </a:p>
        </p:txBody>
      </p:sp>
      <p:sp>
        <p:nvSpPr>
          <p:cNvPr id="5" name="Footer Placeholder 4">
            <a:extLst>
              <a:ext uri="{FF2B5EF4-FFF2-40B4-BE49-F238E27FC236}">
                <a16:creationId xmlns:a16="http://schemas.microsoft.com/office/drawing/2014/main" id="{A3ABDF90-07A9-0608-B9D2-DF67820DBDC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BC3D3D6-A66E-2831-D69E-9CE46F1FBF7A}"/>
              </a:ext>
            </a:extLst>
          </p:cNvPr>
          <p:cNvSpPr>
            <a:spLocks noGrp="1"/>
          </p:cNvSpPr>
          <p:nvPr>
            <p:ph type="sldNum" sz="quarter" idx="12"/>
          </p:nvPr>
        </p:nvSpPr>
        <p:spPr/>
        <p:txBody>
          <a:bodyPr/>
          <a:lstStyle/>
          <a:p>
            <a:fld id="{E95FF431-9D80-4BAA-A0BE-D0D24906301E}" type="slidenum">
              <a:rPr lang="en-NZ" smtClean="0"/>
              <a:t>‹#›</a:t>
            </a:fld>
            <a:endParaRPr lang="en-NZ"/>
          </a:p>
        </p:txBody>
      </p:sp>
    </p:spTree>
    <p:extLst>
      <p:ext uri="{BB962C8B-B14F-4D97-AF65-F5344CB8AC3E}">
        <p14:creationId xmlns:p14="http://schemas.microsoft.com/office/powerpoint/2010/main" val="1295171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04 - Titre &amp; texte avec bandeau bas et visuel Rouge" userDrawn="1">
  <p:cSld name="04 - Titre &amp; texte avec bandeau bas et visuel Rouge">
    <p:spTree>
      <p:nvGrpSpPr>
        <p:cNvPr id="1" name="Shape 447"/>
        <p:cNvGrpSpPr/>
        <p:nvPr/>
      </p:nvGrpSpPr>
      <p:grpSpPr>
        <a:xfrm>
          <a:off x="0" y="0"/>
          <a:ext cx="0" cy="0"/>
          <a:chOff x="0" y="0"/>
          <a:chExt cx="0" cy="0"/>
        </a:xfrm>
      </p:grpSpPr>
      <p:sp>
        <p:nvSpPr>
          <p:cNvPr id="449" name="Google Shape;449;p54"/>
          <p:cNvSpPr txBox="1">
            <a:spLocks noGrp="1"/>
          </p:cNvSpPr>
          <p:nvPr>
            <p:ph type="body" idx="1"/>
          </p:nvPr>
        </p:nvSpPr>
        <p:spPr>
          <a:xfrm>
            <a:off x="1080000" y="2270400"/>
            <a:ext cx="3960000" cy="446400"/>
          </a:xfrm>
          <a:prstGeom prst="rect">
            <a:avLst/>
          </a:prstGeom>
        </p:spPr>
        <p:txBody>
          <a:bodyPr spcFirstLastPara="1" wrap="square" lIns="0" tIns="0" rIns="0" bIns="0" anchor="t" anchorCtr="0">
            <a:noAutofit/>
          </a:bodyPr>
          <a:lstStyle>
            <a:lvl1pPr marL="609585" lvl="0" indent="-431789" rtl="0">
              <a:spcBef>
                <a:spcPts val="0"/>
              </a:spcBef>
              <a:spcAft>
                <a:spcPts val="0"/>
              </a:spcAft>
              <a:buClr>
                <a:schemeClr val="accent3"/>
              </a:buClr>
              <a:buSzPts val="1500"/>
              <a:buFont typeface="Montserrat Medium"/>
              <a:buChar char="●"/>
              <a:defRPr sz="2000">
                <a:solidFill>
                  <a:srgbClr val="0A2D82"/>
                </a:solidFill>
                <a:latin typeface="Montserrat Medium"/>
                <a:ea typeface="Montserrat Medium"/>
                <a:cs typeface="Montserrat Medium"/>
                <a:sym typeface="Montserrat Medium"/>
              </a:defRPr>
            </a:lvl1pPr>
            <a:lvl2pPr marL="1219170" lvl="1" indent="-397923" rtl="0">
              <a:spcBef>
                <a:spcPts val="1467"/>
              </a:spcBef>
              <a:spcAft>
                <a:spcPts val="0"/>
              </a:spcAft>
              <a:buClr>
                <a:srgbClr val="0A2D82"/>
              </a:buClr>
              <a:buSzPts val="1100"/>
              <a:buFont typeface="Montserrat"/>
              <a:buChar char="●"/>
              <a:defRPr sz="1467">
                <a:solidFill>
                  <a:srgbClr val="0A2D82"/>
                </a:solidFill>
                <a:latin typeface="Montserrat"/>
                <a:ea typeface="Montserrat"/>
                <a:cs typeface="Montserrat"/>
                <a:sym typeface="Montserrat"/>
              </a:defRPr>
            </a:lvl2pPr>
            <a:lvl3pPr marL="1828754" lvl="2"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3pPr>
            <a:lvl4pPr marL="2438339" lvl="3"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4pPr>
            <a:lvl5pPr marL="3047924" lvl="4"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5pPr>
            <a:lvl6pPr marL="3657509" lvl="5"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6pPr>
            <a:lvl7pPr marL="4267093" lvl="6"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7pPr>
            <a:lvl8pPr marL="4876678" lvl="7" indent="-397923" rtl="0">
              <a:spcBef>
                <a:spcPts val="1467"/>
              </a:spcBef>
              <a:spcAft>
                <a:spcPts val="0"/>
              </a:spcAft>
              <a:buClr>
                <a:srgbClr val="333333"/>
              </a:buClr>
              <a:buSzPts val="1100"/>
              <a:buFont typeface="Montserrat"/>
              <a:buChar char="○"/>
              <a:defRPr sz="1467">
                <a:solidFill>
                  <a:srgbClr val="333333"/>
                </a:solidFill>
                <a:latin typeface="Montserrat"/>
                <a:ea typeface="Montserrat"/>
                <a:cs typeface="Montserrat"/>
                <a:sym typeface="Montserrat"/>
              </a:defRPr>
            </a:lvl8pPr>
            <a:lvl9pPr marL="5486263" lvl="8" indent="-397923" rtl="0">
              <a:spcBef>
                <a:spcPts val="1467"/>
              </a:spcBef>
              <a:spcAft>
                <a:spcPts val="1467"/>
              </a:spcAft>
              <a:buClr>
                <a:srgbClr val="333333"/>
              </a:buClr>
              <a:buSzPts val="1100"/>
              <a:buFont typeface="Montserrat"/>
              <a:buChar char="■"/>
              <a:defRPr sz="1467">
                <a:solidFill>
                  <a:srgbClr val="333333"/>
                </a:solidFill>
                <a:latin typeface="Montserrat"/>
                <a:ea typeface="Montserrat"/>
                <a:cs typeface="Montserrat"/>
                <a:sym typeface="Montserrat"/>
              </a:defRPr>
            </a:lvl9pPr>
          </a:lstStyle>
          <a:p>
            <a:endParaRPr/>
          </a:p>
        </p:txBody>
      </p:sp>
      <p:sp>
        <p:nvSpPr>
          <p:cNvPr id="450" name="Google Shape;450;p54"/>
          <p:cNvSpPr>
            <a:spLocks noGrp="1"/>
          </p:cNvSpPr>
          <p:nvPr>
            <p:ph type="pic" idx="2"/>
          </p:nvPr>
        </p:nvSpPr>
        <p:spPr>
          <a:xfrm>
            <a:off x="5755200" y="2073600"/>
            <a:ext cx="5904000" cy="4785600"/>
          </a:xfrm>
          <a:prstGeom prst="rect">
            <a:avLst/>
          </a:prstGeom>
          <a:solidFill>
            <a:srgbClr val="D8D8D8"/>
          </a:solidFill>
          <a:ln>
            <a:noFill/>
          </a:ln>
        </p:spPr>
      </p:sp>
      <p:sp>
        <p:nvSpPr>
          <p:cNvPr id="451" name="Google Shape;451;p54"/>
          <p:cNvSpPr txBox="1">
            <a:spLocks noGrp="1"/>
          </p:cNvSpPr>
          <p:nvPr>
            <p:ph type="sldNum" idx="12"/>
          </p:nvPr>
        </p:nvSpPr>
        <p:spPr>
          <a:xfrm>
            <a:off x="11030400" y="6412800"/>
            <a:ext cx="604800" cy="446400"/>
          </a:xfrm>
          <a:prstGeom prst="rect">
            <a:avLst/>
          </a:prstGeom>
        </p:spPr>
        <p:txBody>
          <a:bodyPr spcFirstLastPara="1" wrap="square" lIns="0" tIns="0" rIns="0" bIns="0" anchor="t" anchorCtr="0">
            <a:noAutofit/>
          </a:bodyPr>
          <a:lstStyle>
            <a:lvl1pPr marL="0" marR="0" lvl="0" indent="0" algn="r" rtl="0">
              <a:lnSpc>
                <a:spcPct val="100000"/>
              </a:lnSpc>
              <a:spcBef>
                <a:spcPts val="0"/>
              </a:spcBef>
              <a:spcAft>
                <a:spcPts val="0"/>
              </a:spcAft>
              <a:buNone/>
              <a:defRPr>
                <a:solidFill>
                  <a:schemeClr val="lt1"/>
                </a:solidFill>
              </a:defRPr>
            </a:lvl1pPr>
            <a:lvl2pPr marL="0" marR="0" lvl="1" indent="0" algn="r" rtl="0">
              <a:lnSpc>
                <a:spcPct val="100000"/>
              </a:lnSpc>
              <a:spcBef>
                <a:spcPts val="0"/>
              </a:spcBef>
              <a:spcAft>
                <a:spcPts val="0"/>
              </a:spcAft>
              <a:buNone/>
              <a:defRPr>
                <a:solidFill>
                  <a:schemeClr val="lt1"/>
                </a:solidFill>
              </a:defRPr>
            </a:lvl2pPr>
            <a:lvl3pPr marL="0" marR="0" lvl="2" indent="0" algn="r" rtl="0">
              <a:lnSpc>
                <a:spcPct val="100000"/>
              </a:lnSpc>
              <a:spcBef>
                <a:spcPts val="0"/>
              </a:spcBef>
              <a:spcAft>
                <a:spcPts val="0"/>
              </a:spcAft>
              <a:buNone/>
              <a:defRPr>
                <a:solidFill>
                  <a:schemeClr val="lt1"/>
                </a:solidFill>
              </a:defRPr>
            </a:lvl3pPr>
            <a:lvl4pPr marL="0" marR="0" lvl="3" indent="0" algn="r" rtl="0">
              <a:lnSpc>
                <a:spcPct val="100000"/>
              </a:lnSpc>
              <a:spcBef>
                <a:spcPts val="0"/>
              </a:spcBef>
              <a:spcAft>
                <a:spcPts val="0"/>
              </a:spcAft>
              <a:buNone/>
              <a:defRPr>
                <a:solidFill>
                  <a:schemeClr val="lt1"/>
                </a:solidFill>
              </a:defRPr>
            </a:lvl4pPr>
            <a:lvl5pPr marL="0" marR="0" lvl="4" indent="0" algn="r" rtl="0">
              <a:lnSpc>
                <a:spcPct val="100000"/>
              </a:lnSpc>
              <a:spcBef>
                <a:spcPts val="0"/>
              </a:spcBef>
              <a:spcAft>
                <a:spcPts val="0"/>
              </a:spcAft>
              <a:buNone/>
              <a:defRPr>
                <a:solidFill>
                  <a:schemeClr val="lt1"/>
                </a:solidFill>
              </a:defRPr>
            </a:lvl5pPr>
            <a:lvl6pPr marL="0" marR="0" lvl="5" indent="0" algn="r" rtl="0">
              <a:lnSpc>
                <a:spcPct val="100000"/>
              </a:lnSpc>
              <a:spcBef>
                <a:spcPts val="0"/>
              </a:spcBef>
              <a:spcAft>
                <a:spcPts val="0"/>
              </a:spcAft>
              <a:buNone/>
              <a:defRPr>
                <a:solidFill>
                  <a:schemeClr val="lt1"/>
                </a:solidFill>
              </a:defRPr>
            </a:lvl6pPr>
            <a:lvl7pPr marL="0" marR="0" lvl="6" indent="0" algn="r" rtl="0">
              <a:lnSpc>
                <a:spcPct val="100000"/>
              </a:lnSpc>
              <a:spcBef>
                <a:spcPts val="0"/>
              </a:spcBef>
              <a:spcAft>
                <a:spcPts val="0"/>
              </a:spcAft>
              <a:buNone/>
              <a:defRPr>
                <a:solidFill>
                  <a:schemeClr val="lt1"/>
                </a:solidFill>
              </a:defRPr>
            </a:lvl7pPr>
            <a:lvl8pPr marL="0" marR="0" lvl="7" indent="0" algn="r" rtl="0">
              <a:lnSpc>
                <a:spcPct val="100000"/>
              </a:lnSpc>
              <a:spcBef>
                <a:spcPts val="0"/>
              </a:spcBef>
              <a:spcAft>
                <a:spcPts val="0"/>
              </a:spcAft>
              <a:buNone/>
              <a:defRPr>
                <a:solidFill>
                  <a:schemeClr val="lt1"/>
                </a:solidFill>
              </a:defRPr>
            </a:lvl8pPr>
            <a:lvl9pPr marL="0" marR="0" lvl="8" indent="0" algn="r" rtl="0">
              <a:lnSpc>
                <a:spcPct val="100000"/>
              </a:lnSpc>
              <a:spcBef>
                <a:spcPts val="0"/>
              </a:spcBef>
              <a:spcAft>
                <a:spcPts val="0"/>
              </a:spcAft>
              <a:buNone/>
              <a:defRPr>
                <a:solidFill>
                  <a:schemeClr val="lt1"/>
                </a:solidFill>
              </a:defRPr>
            </a:lvl9pPr>
          </a:lstStyle>
          <a:p>
            <a:fld id="{00000000-1234-1234-1234-123412341234}" type="slidenum">
              <a:rPr lang="fr" smtClean="0"/>
              <a:pPr/>
              <a:t>‹#›</a:t>
            </a:fld>
            <a:endParaRPr lang="fr"/>
          </a:p>
        </p:txBody>
      </p:sp>
      <p:sp>
        <p:nvSpPr>
          <p:cNvPr id="452" name="Google Shape;452;p54"/>
          <p:cNvSpPr txBox="1">
            <a:spLocks noGrp="1"/>
          </p:cNvSpPr>
          <p:nvPr>
            <p:ph type="subTitle" idx="3"/>
          </p:nvPr>
        </p:nvSpPr>
        <p:spPr>
          <a:xfrm>
            <a:off x="511467" y="6412800"/>
            <a:ext cx="5505600" cy="303200"/>
          </a:xfrm>
          <a:prstGeom prst="rect">
            <a:avLst/>
          </a:prstGeom>
        </p:spPr>
        <p:txBody>
          <a:bodyPr spcFirstLastPara="1" wrap="square" lIns="0" tIns="0" rIns="0" bIns="0" anchor="t" anchorCtr="0">
            <a:noAutofit/>
          </a:bodyPr>
          <a:lstStyle>
            <a:lvl1pPr marL="0" marR="0" lvl="0" indent="-76198" algn="l" rtl="0">
              <a:lnSpc>
                <a:spcPct val="100000"/>
              </a:lnSpc>
              <a:spcBef>
                <a:spcPts val="0"/>
              </a:spcBef>
              <a:spcAft>
                <a:spcPts val="0"/>
              </a:spcAft>
              <a:buSzPts val="900"/>
              <a:buFont typeface="Montserrat Medium"/>
              <a:buNone/>
              <a:defRPr sz="1200">
                <a:latin typeface="Montserrat Medium"/>
                <a:ea typeface="Montserrat Medium"/>
                <a:cs typeface="Montserrat Medium"/>
                <a:sym typeface="Montserrat Medium"/>
              </a:defRPr>
            </a:lvl1pPr>
            <a:lvl2pPr lvl="1" rtl="0">
              <a:spcBef>
                <a:spcPts val="0"/>
              </a:spcBef>
              <a:spcAft>
                <a:spcPts val="0"/>
              </a:spcAft>
              <a:buSzPts val="900"/>
              <a:buFont typeface="Montserrat Medium"/>
              <a:buNone/>
              <a:defRPr sz="1200">
                <a:latin typeface="Montserrat Medium"/>
                <a:ea typeface="Montserrat Medium"/>
                <a:cs typeface="Montserrat Medium"/>
                <a:sym typeface="Montserrat Medium"/>
              </a:defRPr>
            </a:lvl2pPr>
            <a:lvl3pPr lvl="2" rtl="0">
              <a:spcBef>
                <a:spcPts val="0"/>
              </a:spcBef>
              <a:spcAft>
                <a:spcPts val="0"/>
              </a:spcAft>
              <a:buSzPts val="900"/>
              <a:buFont typeface="Montserrat Medium"/>
              <a:buNone/>
              <a:defRPr sz="1200">
                <a:latin typeface="Montserrat Medium"/>
                <a:ea typeface="Montserrat Medium"/>
                <a:cs typeface="Montserrat Medium"/>
                <a:sym typeface="Montserrat Medium"/>
              </a:defRPr>
            </a:lvl3pPr>
            <a:lvl4pPr lvl="3" rtl="0">
              <a:spcBef>
                <a:spcPts val="0"/>
              </a:spcBef>
              <a:spcAft>
                <a:spcPts val="0"/>
              </a:spcAft>
              <a:buSzPts val="900"/>
              <a:buFont typeface="Montserrat Medium"/>
              <a:buNone/>
              <a:defRPr sz="1200">
                <a:latin typeface="Montserrat Medium"/>
                <a:ea typeface="Montserrat Medium"/>
                <a:cs typeface="Montserrat Medium"/>
                <a:sym typeface="Montserrat Medium"/>
              </a:defRPr>
            </a:lvl4pPr>
            <a:lvl5pPr lvl="4" rtl="0">
              <a:spcBef>
                <a:spcPts val="0"/>
              </a:spcBef>
              <a:spcAft>
                <a:spcPts val="0"/>
              </a:spcAft>
              <a:buSzPts val="900"/>
              <a:buFont typeface="Montserrat Medium"/>
              <a:buNone/>
              <a:defRPr sz="1200">
                <a:latin typeface="Montserrat Medium"/>
                <a:ea typeface="Montserrat Medium"/>
                <a:cs typeface="Montserrat Medium"/>
                <a:sym typeface="Montserrat Medium"/>
              </a:defRPr>
            </a:lvl5pPr>
            <a:lvl6pPr lvl="5" rtl="0">
              <a:spcBef>
                <a:spcPts val="0"/>
              </a:spcBef>
              <a:spcAft>
                <a:spcPts val="0"/>
              </a:spcAft>
              <a:buSzPts val="900"/>
              <a:buFont typeface="Montserrat Medium"/>
              <a:buNone/>
              <a:defRPr sz="1200">
                <a:latin typeface="Montserrat Medium"/>
                <a:ea typeface="Montserrat Medium"/>
                <a:cs typeface="Montserrat Medium"/>
                <a:sym typeface="Montserrat Medium"/>
              </a:defRPr>
            </a:lvl6pPr>
            <a:lvl7pPr lvl="6" rtl="0">
              <a:spcBef>
                <a:spcPts val="0"/>
              </a:spcBef>
              <a:spcAft>
                <a:spcPts val="0"/>
              </a:spcAft>
              <a:buSzPts val="900"/>
              <a:buFont typeface="Montserrat Medium"/>
              <a:buNone/>
              <a:defRPr sz="1200">
                <a:latin typeface="Montserrat Medium"/>
                <a:ea typeface="Montserrat Medium"/>
                <a:cs typeface="Montserrat Medium"/>
                <a:sym typeface="Montserrat Medium"/>
              </a:defRPr>
            </a:lvl7pPr>
            <a:lvl8pPr lvl="7" rtl="0">
              <a:spcBef>
                <a:spcPts val="0"/>
              </a:spcBef>
              <a:spcAft>
                <a:spcPts val="0"/>
              </a:spcAft>
              <a:buSzPts val="900"/>
              <a:buFont typeface="Montserrat Medium"/>
              <a:buNone/>
              <a:defRPr sz="1200">
                <a:latin typeface="Montserrat Medium"/>
                <a:ea typeface="Montserrat Medium"/>
                <a:cs typeface="Montserrat Medium"/>
                <a:sym typeface="Montserrat Medium"/>
              </a:defRPr>
            </a:lvl8pPr>
            <a:lvl9pPr lvl="8" rtl="0">
              <a:spcBef>
                <a:spcPts val="0"/>
              </a:spcBef>
              <a:spcAft>
                <a:spcPts val="0"/>
              </a:spcAft>
              <a:buSzPts val="900"/>
              <a:buFont typeface="Montserrat Medium"/>
              <a:buNone/>
              <a:defRPr sz="1200">
                <a:latin typeface="Montserrat Medium"/>
                <a:ea typeface="Montserrat Medium"/>
                <a:cs typeface="Montserrat Medium"/>
                <a:sym typeface="Montserrat Medium"/>
              </a:defRPr>
            </a:lvl9pPr>
          </a:lstStyle>
          <a:p>
            <a:endParaRPr/>
          </a:p>
        </p:txBody>
      </p:sp>
      <p:sp>
        <p:nvSpPr>
          <p:cNvPr id="453" name="Google Shape;453;p54"/>
          <p:cNvSpPr txBox="1">
            <a:spLocks noGrp="1"/>
          </p:cNvSpPr>
          <p:nvPr>
            <p:ph type="title"/>
          </p:nvPr>
        </p:nvSpPr>
        <p:spPr>
          <a:xfrm>
            <a:off x="1080000" y="556800"/>
            <a:ext cx="7448800" cy="4024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A2D82"/>
              </a:buClr>
              <a:buSzPts val="1500"/>
              <a:buFont typeface="Montserrat SemiBold"/>
              <a:buNone/>
              <a:defRPr sz="2000">
                <a:solidFill>
                  <a:srgbClr val="0A2D82"/>
                </a:solidFill>
                <a:latin typeface="Montserrat SemiBold"/>
                <a:ea typeface="Montserrat SemiBold"/>
                <a:cs typeface="Montserrat SemiBold"/>
                <a:sym typeface="Montserrat SemiBold"/>
              </a:defRPr>
            </a:lvl1pPr>
            <a:lvl2pPr lvl="1"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2pPr>
            <a:lvl3pPr lvl="2"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3pPr>
            <a:lvl4pPr lvl="3"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4pPr>
            <a:lvl5pPr lvl="4"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5pPr>
            <a:lvl6pPr lvl="5"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6pPr>
            <a:lvl7pPr lvl="6"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7pPr>
            <a:lvl8pPr lvl="7"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8pPr>
            <a:lvl9pPr lvl="8" rtl="0">
              <a:spcBef>
                <a:spcPts val="0"/>
              </a:spcBef>
              <a:spcAft>
                <a:spcPts val="0"/>
              </a:spcAft>
              <a:buSzPts val="1500"/>
              <a:buFont typeface="Montserrat SemiBold"/>
              <a:buNone/>
              <a:defRPr sz="2000">
                <a:latin typeface="Montserrat SemiBold"/>
                <a:ea typeface="Montserrat SemiBold"/>
                <a:cs typeface="Montserrat SemiBold"/>
                <a:sym typeface="Montserrat SemiBold"/>
              </a:defRPr>
            </a:lvl9pPr>
          </a:lstStyle>
          <a:p>
            <a:endParaRPr/>
          </a:p>
        </p:txBody>
      </p:sp>
      <p:sp>
        <p:nvSpPr>
          <p:cNvPr id="454" name="Google Shape;454;p54"/>
          <p:cNvSpPr txBox="1">
            <a:spLocks noGrp="1"/>
          </p:cNvSpPr>
          <p:nvPr>
            <p:ph type="subTitle" idx="4"/>
          </p:nvPr>
        </p:nvSpPr>
        <p:spPr>
          <a:xfrm>
            <a:off x="1080000" y="912000"/>
            <a:ext cx="6464400" cy="585200"/>
          </a:xfrm>
          <a:prstGeom prst="rect">
            <a:avLst/>
          </a:prstGeom>
        </p:spPr>
        <p:txBody>
          <a:bodyPr spcFirstLastPara="1" wrap="square" lIns="0" tIns="0" rIns="0" bIns="0" anchor="t" anchorCtr="0">
            <a:noAutofit/>
          </a:bodyPr>
          <a:lstStyle>
            <a:lvl1pPr marL="0" marR="0" lvl="0" indent="-93131" algn="l" rtl="0">
              <a:lnSpc>
                <a:spcPct val="100000"/>
              </a:lnSpc>
              <a:spcBef>
                <a:spcPts val="0"/>
              </a:spcBef>
              <a:spcAft>
                <a:spcPts val="0"/>
              </a:spcAft>
              <a:buSzPts val="1100"/>
              <a:buFont typeface="Montserrat"/>
              <a:buNone/>
              <a:defRPr sz="1467" b="0"/>
            </a:lvl1pPr>
            <a:lvl2pPr lvl="1" rtl="0">
              <a:spcBef>
                <a:spcPts val="1467"/>
              </a:spcBef>
              <a:spcAft>
                <a:spcPts val="0"/>
              </a:spcAft>
              <a:buSzPts val="1100"/>
              <a:buNone/>
              <a:defRPr/>
            </a:lvl2pPr>
            <a:lvl3pPr lvl="2" rtl="0">
              <a:spcBef>
                <a:spcPts val="1467"/>
              </a:spcBef>
              <a:spcAft>
                <a:spcPts val="0"/>
              </a:spcAft>
              <a:buSzPts val="1100"/>
              <a:buNone/>
              <a:defRPr/>
            </a:lvl3pPr>
            <a:lvl4pPr lvl="3" rtl="0">
              <a:spcBef>
                <a:spcPts val="1467"/>
              </a:spcBef>
              <a:spcAft>
                <a:spcPts val="0"/>
              </a:spcAft>
              <a:buSzPts val="1100"/>
              <a:buNone/>
              <a:defRPr/>
            </a:lvl4pPr>
            <a:lvl5pPr lvl="4" rtl="0">
              <a:spcBef>
                <a:spcPts val="1467"/>
              </a:spcBef>
              <a:spcAft>
                <a:spcPts val="0"/>
              </a:spcAft>
              <a:buSzPts val="1100"/>
              <a:buNone/>
              <a:defRPr/>
            </a:lvl5pPr>
            <a:lvl6pPr lvl="5" rtl="0">
              <a:spcBef>
                <a:spcPts val="1467"/>
              </a:spcBef>
              <a:spcAft>
                <a:spcPts val="0"/>
              </a:spcAft>
              <a:buSzPts val="1100"/>
              <a:buNone/>
              <a:defRPr/>
            </a:lvl6pPr>
            <a:lvl7pPr lvl="6" rtl="0">
              <a:spcBef>
                <a:spcPts val="1467"/>
              </a:spcBef>
              <a:spcAft>
                <a:spcPts val="0"/>
              </a:spcAft>
              <a:buSzPts val="1100"/>
              <a:buNone/>
              <a:defRPr/>
            </a:lvl7pPr>
            <a:lvl8pPr lvl="7" rtl="0">
              <a:spcBef>
                <a:spcPts val="1467"/>
              </a:spcBef>
              <a:spcAft>
                <a:spcPts val="0"/>
              </a:spcAft>
              <a:buSzPts val="1100"/>
              <a:buNone/>
              <a:defRPr/>
            </a:lvl8pPr>
            <a:lvl9pPr lvl="8" rtl="0">
              <a:spcBef>
                <a:spcPts val="1467"/>
              </a:spcBef>
              <a:spcAft>
                <a:spcPts val="1467"/>
              </a:spcAft>
              <a:buSzPts val="1100"/>
              <a:buNone/>
              <a:defRPr/>
            </a:lvl9pPr>
          </a:lstStyle>
          <a:p>
            <a:endParaRPr/>
          </a:p>
        </p:txBody>
      </p:sp>
      <p:sp>
        <p:nvSpPr>
          <p:cNvPr id="455" name="Google Shape;455;p54"/>
          <p:cNvSpPr txBox="1">
            <a:spLocks noGrp="1"/>
          </p:cNvSpPr>
          <p:nvPr>
            <p:ph type="title" idx="5"/>
          </p:nvPr>
        </p:nvSpPr>
        <p:spPr>
          <a:xfrm>
            <a:off x="576000" y="734400"/>
            <a:ext cx="360000" cy="110400"/>
          </a:xfrm>
          <a:prstGeom prst="rect">
            <a:avLst/>
          </a:prstGeom>
          <a:solidFill>
            <a:schemeClr val="accent3"/>
          </a:solidFill>
        </p:spPr>
        <p:txBody>
          <a:bodyPr spcFirstLastPara="1" wrap="square" lIns="0" tIns="0" rIns="0" bIns="0" anchor="t" anchorCtr="0">
            <a:noAutofit/>
          </a:bodyPr>
          <a:lstStyle>
            <a:lvl1pPr marL="0" marR="0" lvl="0" indent="-126997" rtl="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rtl="0">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rtl="0">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rtl="0">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rtl="0">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rtl="0">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rtl="0">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rtl="0">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rtl="0">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4179131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38ED5-58C9-BDF9-2348-D8A4A0C39A88}"/>
              </a:ext>
            </a:extLst>
          </p:cNvPr>
          <p:cNvSpPr>
            <a:spLocks noGrp="1"/>
          </p:cNvSpPr>
          <p:nvPr>
            <p:ph type="title"/>
          </p:nvPr>
        </p:nvSpPr>
        <p:spPr/>
        <p:txBody>
          <a:bodyPr/>
          <a:lstStyle/>
          <a:p>
            <a:r>
              <a:rPr lang="en-GB"/>
              <a:t>Click to edit Master title style</a:t>
            </a:r>
            <a:endParaRPr lang="en-NZ"/>
          </a:p>
        </p:txBody>
      </p:sp>
      <p:sp>
        <p:nvSpPr>
          <p:cNvPr id="3" name="Date Placeholder 2">
            <a:extLst>
              <a:ext uri="{FF2B5EF4-FFF2-40B4-BE49-F238E27FC236}">
                <a16:creationId xmlns:a16="http://schemas.microsoft.com/office/drawing/2014/main" id="{9ADBBE76-F35B-B760-27FD-E4B98104C1EA}"/>
              </a:ext>
            </a:extLst>
          </p:cNvPr>
          <p:cNvSpPr>
            <a:spLocks noGrp="1"/>
          </p:cNvSpPr>
          <p:nvPr>
            <p:ph type="dt" sz="half" idx="10"/>
          </p:nvPr>
        </p:nvSpPr>
        <p:spPr/>
        <p:txBody>
          <a:bodyPr/>
          <a:lstStyle/>
          <a:p>
            <a:endParaRPr lang="en-NZ"/>
          </a:p>
        </p:txBody>
      </p:sp>
      <p:sp>
        <p:nvSpPr>
          <p:cNvPr id="4" name="Footer Placeholder 3">
            <a:extLst>
              <a:ext uri="{FF2B5EF4-FFF2-40B4-BE49-F238E27FC236}">
                <a16:creationId xmlns:a16="http://schemas.microsoft.com/office/drawing/2014/main" id="{37AB762F-3AA6-29E2-B023-38A45476A15B}"/>
              </a:ext>
            </a:extLst>
          </p:cNvPr>
          <p:cNvSpPr>
            <a:spLocks noGrp="1"/>
          </p:cNvSpPr>
          <p:nvPr>
            <p:ph type="ftr" sz="quarter" idx="11"/>
          </p:nvPr>
        </p:nvSpPr>
        <p:spPr/>
        <p:txBody>
          <a:bodyPr/>
          <a:lstStyle/>
          <a:p>
            <a:r>
              <a:rPr lang="en-NZ"/>
              <a:t>BoxCryptor Migration - SharePoint Implementation</a:t>
            </a:r>
          </a:p>
        </p:txBody>
      </p:sp>
      <p:sp>
        <p:nvSpPr>
          <p:cNvPr id="5" name="Slide Number Placeholder 4">
            <a:extLst>
              <a:ext uri="{FF2B5EF4-FFF2-40B4-BE49-F238E27FC236}">
                <a16:creationId xmlns:a16="http://schemas.microsoft.com/office/drawing/2014/main" id="{FCA19F48-8140-FB6E-F182-B61BF534C951}"/>
              </a:ext>
            </a:extLst>
          </p:cNvPr>
          <p:cNvSpPr>
            <a:spLocks noGrp="1"/>
          </p:cNvSpPr>
          <p:nvPr>
            <p:ph type="sldNum" sz="quarter" idx="12"/>
          </p:nvPr>
        </p:nvSpPr>
        <p:spPr/>
        <p:txBody>
          <a:bodyPr/>
          <a:lstStyle/>
          <a:p>
            <a:fld id="{5884F69F-128C-4CC4-9CCD-12CEF3AE4F22}" type="slidenum">
              <a:rPr lang="en-NZ" smtClean="0"/>
              <a:t>‹#›</a:t>
            </a:fld>
            <a:endParaRPr lang="en-NZ"/>
          </a:p>
        </p:txBody>
      </p:sp>
      <p:sp>
        <p:nvSpPr>
          <p:cNvPr id="7" name="Picture Placeholder 6">
            <a:extLst>
              <a:ext uri="{FF2B5EF4-FFF2-40B4-BE49-F238E27FC236}">
                <a16:creationId xmlns:a16="http://schemas.microsoft.com/office/drawing/2014/main" id="{62AFE855-5E38-4007-B968-14519D955CC9}"/>
              </a:ext>
            </a:extLst>
          </p:cNvPr>
          <p:cNvSpPr>
            <a:spLocks noGrp="1"/>
          </p:cNvSpPr>
          <p:nvPr>
            <p:ph type="pic" sz="quarter" idx="13"/>
          </p:nvPr>
        </p:nvSpPr>
        <p:spPr>
          <a:xfrm>
            <a:off x="7381875" y="0"/>
            <a:ext cx="3781425" cy="6858000"/>
          </a:xfrm>
        </p:spPr>
        <p:txBody>
          <a:bodyPr/>
          <a:lstStyle/>
          <a:p>
            <a:endParaRPr lang="en-NZ"/>
          </a:p>
        </p:txBody>
      </p:sp>
    </p:spTree>
    <p:extLst>
      <p:ext uri="{BB962C8B-B14F-4D97-AF65-F5344CB8AC3E}">
        <p14:creationId xmlns:p14="http://schemas.microsoft.com/office/powerpoint/2010/main" val="3282848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7E7A95-0A80-5BE3-6F17-04305E2D8F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DFA1ADBA-D16B-8DEE-9BF6-01DDCCBD54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F9B586D-C4CC-24B1-1057-64660AA30A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AA6B8A-83E7-4544-98E5-C57E9555A669}" type="datetimeFigureOut">
              <a:rPr lang="en-NZ" smtClean="0"/>
              <a:t>16/11/2023</a:t>
            </a:fld>
            <a:endParaRPr lang="en-NZ"/>
          </a:p>
        </p:txBody>
      </p:sp>
      <p:sp>
        <p:nvSpPr>
          <p:cNvPr id="5" name="Footer Placeholder 4">
            <a:extLst>
              <a:ext uri="{FF2B5EF4-FFF2-40B4-BE49-F238E27FC236}">
                <a16:creationId xmlns:a16="http://schemas.microsoft.com/office/drawing/2014/main" id="{545E06B2-893B-39D8-8F01-027A939AF7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6EC4CD79-22C4-7F70-51A5-C4085F18B0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FF431-9D80-4BAA-A0BE-D0D24906301E}" type="slidenum">
              <a:rPr lang="en-NZ" smtClean="0"/>
              <a:t>‹#›</a:t>
            </a:fld>
            <a:endParaRPr lang="en-NZ"/>
          </a:p>
        </p:txBody>
      </p:sp>
      <p:sp>
        <p:nvSpPr>
          <p:cNvPr id="8" name="TextBox 7">
            <a:extLst>
              <a:ext uri="{FF2B5EF4-FFF2-40B4-BE49-F238E27FC236}">
                <a16:creationId xmlns:a16="http://schemas.microsoft.com/office/drawing/2014/main" id="{0EA57B29-3119-7830-1B86-1A2A5B93C6C5}"/>
              </a:ext>
            </a:extLst>
          </p:cNvPr>
          <p:cNvSpPr txBox="1"/>
          <p:nvPr>
            <p:extLst>
              <p:ext uri="{1162E1C5-73C7-4A58-AE30-91384D911F3F}">
                <p184:classification xmlns:p184="http://schemas.microsoft.com/office/powerpoint/2018/4/main" val="ftr"/>
              </p:ext>
            </p:extLst>
          </p:nvPr>
        </p:nvSpPr>
        <p:spPr>
          <a:xfrm>
            <a:off x="63500" y="6672580"/>
            <a:ext cx="869950"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BW Digital | Internal</a:t>
            </a:r>
          </a:p>
        </p:txBody>
      </p:sp>
    </p:spTree>
    <p:extLst>
      <p:ext uri="{BB962C8B-B14F-4D97-AF65-F5344CB8AC3E}">
        <p14:creationId xmlns:p14="http://schemas.microsoft.com/office/powerpoint/2010/main" val="95782869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9" r:id="rId10"/>
    <p:sldLayoutId id="2147483720" r:id="rId11"/>
    <p:sldLayoutId id="214748365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FEB9C8-D423-8E1F-15C8-359C78DFEB9D}"/>
              </a:ext>
            </a:extLst>
          </p:cNvPr>
          <p:cNvSpPr txBox="1">
            <a:spLocks/>
          </p:cNvSpPr>
          <p:nvPr/>
        </p:nvSpPr>
        <p:spPr>
          <a:xfrm>
            <a:off x="455818" y="4237928"/>
            <a:ext cx="11280364" cy="106302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4000">
              <a:latin typeface="Dax bold"/>
            </a:endParaRPr>
          </a:p>
        </p:txBody>
      </p:sp>
      <p:pic>
        <p:nvPicPr>
          <p:cNvPr id="5" name="Image 1" descr="Une image contenant Graphique, Police, graphisme, conception&#10;&#10;Description générée automatiquement">
            <a:extLst>
              <a:ext uri="{FF2B5EF4-FFF2-40B4-BE49-F238E27FC236}">
                <a16:creationId xmlns:a16="http://schemas.microsoft.com/office/drawing/2014/main" id="{DA1811F8-F7E7-FF78-80F5-40DC6307BDFA}"/>
              </a:ext>
            </a:extLst>
          </p:cNvPr>
          <p:cNvPicPr>
            <a:picLocks noChangeAspect="1"/>
          </p:cNvPicPr>
          <p:nvPr/>
        </p:nvPicPr>
        <p:blipFill>
          <a:blip r:embed="rId3"/>
          <a:stretch>
            <a:fillRect/>
          </a:stretch>
        </p:blipFill>
        <p:spPr>
          <a:xfrm>
            <a:off x="9787572" y="243362"/>
            <a:ext cx="2081842" cy="629202"/>
          </a:xfrm>
          <a:prstGeom prst="rect">
            <a:avLst/>
          </a:prstGeom>
        </p:spPr>
      </p:pic>
      <p:sp>
        <p:nvSpPr>
          <p:cNvPr id="7" name="Rectangle 6">
            <a:extLst>
              <a:ext uri="{FF2B5EF4-FFF2-40B4-BE49-F238E27FC236}">
                <a16:creationId xmlns:a16="http://schemas.microsoft.com/office/drawing/2014/main" id="{C4B91A6D-5D4D-E37C-4C1D-9FC0C7F2DFDD}"/>
              </a:ext>
            </a:extLst>
          </p:cNvPr>
          <p:cNvSpPr/>
          <p:nvPr/>
        </p:nvSpPr>
        <p:spPr>
          <a:xfrm>
            <a:off x="1203976" y="3030435"/>
            <a:ext cx="7213600" cy="2070100"/>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Titre 1">
            <a:extLst>
              <a:ext uri="{FF2B5EF4-FFF2-40B4-BE49-F238E27FC236}">
                <a16:creationId xmlns:a16="http://schemas.microsoft.com/office/drawing/2014/main" id="{D9D24DB6-89BC-51BC-194D-9DBC25E6B186}"/>
              </a:ext>
            </a:extLst>
          </p:cNvPr>
          <p:cNvSpPr txBox="1">
            <a:spLocks/>
          </p:cNvSpPr>
          <p:nvPr/>
        </p:nvSpPr>
        <p:spPr>
          <a:xfrm>
            <a:off x="1285241" y="1462768"/>
            <a:ext cx="9231410" cy="35738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a:latin typeface="Dax bold"/>
              </a:rPr>
              <a:t>Career Conversation 2.0</a:t>
            </a:r>
            <a:endParaRPr lang="en-US"/>
          </a:p>
          <a:p>
            <a:pPr algn="l"/>
            <a:r>
              <a:rPr lang="en-US" sz="2000">
                <a:latin typeface="Dax bold"/>
                <a:cs typeface="Calibri Light"/>
              </a:rPr>
              <a:t>How To </a:t>
            </a:r>
          </a:p>
        </p:txBody>
      </p:sp>
      <p:sp>
        <p:nvSpPr>
          <p:cNvPr id="16" name="Sous-titre 2">
            <a:extLst>
              <a:ext uri="{FF2B5EF4-FFF2-40B4-BE49-F238E27FC236}">
                <a16:creationId xmlns:a16="http://schemas.microsoft.com/office/drawing/2014/main" id="{940CE17B-F68B-E0A6-615B-2CB42FB7E9B0}"/>
              </a:ext>
            </a:extLst>
          </p:cNvPr>
          <p:cNvSpPr txBox="1">
            <a:spLocks/>
          </p:cNvSpPr>
          <p:nvPr/>
        </p:nvSpPr>
        <p:spPr>
          <a:xfrm>
            <a:off x="327481" y="6192252"/>
            <a:ext cx="7132335" cy="31840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a:solidFill>
                  <a:schemeClr val="bg1">
                    <a:lumMod val="50000"/>
                  </a:schemeClr>
                </a:solidFill>
              </a:rPr>
              <a:t>November 2023</a:t>
            </a:r>
            <a:endParaRPr lang="en-NZ" sz="1600">
              <a:solidFill>
                <a:schemeClr val="bg1">
                  <a:lumMod val="50000"/>
                </a:schemeClr>
              </a:solidFill>
            </a:endParaRPr>
          </a:p>
        </p:txBody>
      </p:sp>
      <p:sp>
        <p:nvSpPr>
          <p:cNvPr id="3" name="Google Shape;1477;p154">
            <a:extLst>
              <a:ext uri="{FF2B5EF4-FFF2-40B4-BE49-F238E27FC236}">
                <a16:creationId xmlns:a16="http://schemas.microsoft.com/office/drawing/2014/main" id="{31483CE6-F920-2794-38AC-157515FD2E1A}"/>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endParaRPr lang="fr" sz="2800">
              <a:latin typeface="+mj-lt"/>
            </a:endParaRPr>
          </a:p>
        </p:txBody>
      </p:sp>
    </p:spTree>
    <p:extLst>
      <p:ext uri="{BB962C8B-B14F-4D97-AF65-F5344CB8AC3E}">
        <p14:creationId xmlns:p14="http://schemas.microsoft.com/office/powerpoint/2010/main" val="3707062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447"/>
        <p:cNvGrpSpPr/>
        <p:nvPr/>
      </p:nvGrpSpPr>
      <p:grpSpPr>
        <a:xfrm>
          <a:off x="0" y="0"/>
          <a:ext cx="0" cy="0"/>
          <a:chOff x="0" y="0"/>
          <a:chExt cx="0" cy="0"/>
        </a:xfrm>
      </p:grpSpPr>
      <p:sp>
        <p:nvSpPr>
          <p:cNvPr id="4" name="Google Shape;1489;p155">
            <a:extLst>
              <a:ext uri="{FF2B5EF4-FFF2-40B4-BE49-F238E27FC236}">
                <a16:creationId xmlns:a16="http://schemas.microsoft.com/office/drawing/2014/main" id="{CCEC735B-1C25-70CE-323A-D4AA3765A33E}"/>
              </a:ext>
            </a:extLst>
          </p:cNvPr>
          <p:cNvSpPr txBox="1">
            <a:spLocks/>
          </p:cNvSpPr>
          <p:nvPr/>
        </p:nvSpPr>
        <p:spPr>
          <a:xfrm>
            <a:off x="1045953" y="392176"/>
            <a:ext cx="6546859" cy="370200"/>
          </a:xfrm>
          <a:prstGeom prst="rect">
            <a:avLst/>
          </a:prstGeom>
        </p:spPr>
        <p:txBody>
          <a:bodyPr spcFirstLastPara="1" vert="horz" wrap="square" lIns="0" tIns="0" rIns="0" bIns="0" rtlCol="0" anchor="t" anchorCtr="0">
            <a:noAutofit/>
          </a:bodyPr>
          <a:lstStyle>
            <a:lvl1pPr marL="0" marR="0" lvl="0" indent="-93131" algn="l" defTabSz="914400" rtl="0" eaLnBrk="1" latinLnBrk="0" hangingPunct="1">
              <a:lnSpc>
                <a:spcPct val="100000"/>
              </a:lnSpc>
              <a:spcBef>
                <a:spcPts val="0"/>
              </a:spcBef>
              <a:spcAft>
                <a:spcPts val="0"/>
              </a:spcAft>
              <a:buSzPts val="1100"/>
              <a:buFont typeface="Arial" panose="020B0604020202020204" pitchFamily="34" charset="0"/>
              <a:buNone/>
              <a:defRPr sz="1467" b="0" kern="1200">
                <a:solidFill>
                  <a:schemeClr val="tx1"/>
                </a:solidFill>
                <a:latin typeface="+mn-lt"/>
                <a:ea typeface="+mn-ea"/>
                <a:cs typeface="+mn-cs"/>
              </a:defRPr>
            </a:lvl1pPr>
            <a:lvl2pPr marL="685800" lvl="1" indent="-228600" algn="l" defTabSz="914400" rtl="0" eaLnBrk="1" latinLnBrk="0" hangingPunct="1">
              <a:lnSpc>
                <a:spcPct val="90000"/>
              </a:lnSpc>
              <a:spcBef>
                <a:spcPts val="1467"/>
              </a:spcBef>
              <a:spcAft>
                <a:spcPts val="0"/>
              </a:spcAft>
              <a:buSzPts val="1100"/>
              <a:buFont typeface="Montserrat"/>
              <a:buNone/>
              <a:defRPr sz="2400" kern="1200">
                <a:solidFill>
                  <a:schemeClr val="tx1"/>
                </a:solidFill>
                <a:latin typeface="Montserrat"/>
                <a:ea typeface="Montserrat"/>
                <a:cs typeface="Montserrat"/>
                <a:sym typeface="Montserrat"/>
              </a:defRPr>
            </a:lvl2pPr>
            <a:lvl3pPr marL="1143000" lvl="2" indent="-228600" algn="l" defTabSz="914400" rtl="0" eaLnBrk="1" latinLnBrk="0" hangingPunct="1">
              <a:lnSpc>
                <a:spcPct val="90000"/>
              </a:lnSpc>
              <a:spcBef>
                <a:spcPts val="1467"/>
              </a:spcBef>
              <a:spcAft>
                <a:spcPts val="0"/>
              </a:spcAft>
              <a:buSzPts val="11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1467"/>
              </a:spcBef>
              <a:spcAft>
                <a:spcPts val="1467"/>
              </a:spcAft>
              <a:buSzPts val="1100"/>
              <a:buFont typeface="Arial" panose="020B0604020202020204" pitchFamily="34" charset="0"/>
              <a:buNone/>
              <a:defRPr sz="1800" kern="1200">
                <a:solidFill>
                  <a:schemeClr val="tx1"/>
                </a:solidFill>
                <a:latin typeface="+mn-lt"/>
                <a:ea typeface="+mn-ea"/>
                <a:cs typeface="+mn-cs"/>
              </a:defRPr>
            </a:lvl9pPr>
          </a:lstStyle>
          <a:p>
            <a:pPr indent="-92710"/>
            <a:r>
              <a:rPr lang="en-US" sz="2800">
                <a:solidFill>
                  <a:srgbClr val="000066"/>
                </a:solidFill>
                <a:latin typeface="+mj-lt"/>
              </a:rPr>
              <a:t>New Cycle </a:t>
            </a:r>
            <a:endParaRPr lang="fr-FR"/>
          </a:p>
        </p:txBody>
      </p:sp>
      <p:pic>
        <p:nvPicPr>
          <p:cNvPr id="7" name="Image 1" descr="Une image contenant Graphique, Police, graphisme, conception&#10;&#10;Description générée automatiquement">
            <a:extLst>
              <a:ext uri="{FF2B5EF4-FFF2-40B4-BE49-F238E27FC236}">
                <a16:creationId xmlns:a16="http://schemas.microsoft.com/office/drawing/2014/main" id="{CE7BBB71-F184-4C2C-22F1-561CCB11787B}"/>
              </a:ext>
            </a:extLst>
          </p:cNvPr>
          <p:cNvPicPr>
            <a:picLocks noChangeAspect="1"/>
          </p:cNvPicPr>
          <p:nvPr/>
        </p:nvPicPr>
        <p:blipFill>
          <a:blip r:embed="rId3"/>
          <a:stretch>
            <a:fillRect/>
          </a:stretch>
        </p:blipFill>
        <p:spPr>
          <a:xfrm>
            <a:off x="9780608" y="283343"/>
            <a:ext cx="2081842" cy="629202"/>
          </a:xfrm>
          <a:prstGeom prst="rect">
            <a:avLst/>
          </a:prstGeom>
        </p:spPr>
      </p:pic>
      <p:sp>
        <p:nvSpPr>
          <p:cNvPr id="9" name="Slide Number Placeholder 8">
            <a:extLst>
              <a:ext uri="{FF2B5EF4-FFF2-40B4-BE49-F238E27FC236}">
                <a16:creationId xmlns:a16="http://schemas.microsoft.com/office/drawing/2014/main" id="{AB326C92-350B-2452-D09C-A01876C29F7A}"/>
              </a:ext>
            </a:extLst>
          </p:cNvPr>
          <p:cNvSpPr>
            <a:spLocks noGrp="1"/>
          </p:cNvSpPr>
          <p:nvPr>
            <p:ph type="sldNum" idx="12"/>
          </p:nvPr>
        </p:nvSpPr>
        <p:spPr/>
        <p:txBody>
          <a:bodyPr/>
          <a:lstStyle/>
          <a:p>
            <a:fld id="{00000000-1234-1234-1234-123412341234}" type="slidenum">
              <a:rPr lang="fr" smtClean="0"/>
              <a:pPr/>
              <a:t>2</a:t>
            </a:fld>
            <a:endParaRPr lang="fr"/>
          </a:p>
        </p:txBody>
      </p:sp>
      <p:grpSp>
        <p:nvGrpSpPr>
          <p:cNvPr id="14" name="Group 13">
            <a:extLst>
              <a:ext uri="{FF2B5EF4-FFF2-40B4-BE49-F238E27FC236}">
                <a16:creationId xmlns:a16="http://schemas.microsoft.com/office/drawing/2014/main" id="{E41C3A1A-50D6-549F-008B-B6A36F31D3F9}"/>
              </a:ext>
            </a:extLst>
          </p:cNvPr>
          <p:cNvGrpSpPr/>
          <p:nvPr/>
        </p:nvGrpSpPr>
        <p:grpSpPr>
          <a:xfrm>
            <a:off x="2540000" y="6512521"/>
            <a:ext cx="8960627" cy="445200"/>
            <a:chOff x="2438400" y="6276275"/>
            <a:chExt cx="8960627" cy="445200"/>
          </a:xfrm>
        </p:grpSpPr>
        <p:sp>
          <p:nvSpPr>
            <p:cNvPr id="12" name="Slide Number Placeholder 2">
              <a:extLst>
                <a:ext uri="{FF2B5EF4-FFF2-40B4-BE49-F238E27FC236}">
                  <a16:creationId xmlns:a16="http://schemas.microsoft.com/office/drawing/2014/main" id="{5241A531-6457-FA7A-BCAC-2BB4FCA99AC7}"/>
                </a:ext>
              </a:extLst>
            </p:cNvPr>
            <p:cNvSpPr txBox="1">
              <a:spLocks/>
            </p:cNvSpPr>
            <p:nvPr/>
          </p:nvSpPr>
          <p:spPr>
            <a:xfrm>
              <a:off x="8655827" y="6356350"/>
              <a:ext cx="2743200" cy="365125"/>
            </a:xfrm>
            <a:prstGeom prst="rect">
              <a:avLst/>
            </a:prstGeom>
          </p:spPr>
          <p:txBody>
            <a:bodyPr spcFirstLastPara="1" vert="horz" wrap="square" lIns="0" tIns="0" rIns="0" bIns="0" rtlCol="0" anchor="t" anchorCtr="0">
              <a:noAutofit/>
            </a:bodyPr>
            <a:lstStyle>
              <a:defPPr>
                <a:defRPr lang="fr-FR"/>
              </a:defPPr>
              <a:lvl1pPr marL="0" marR="0" lvl="0" indent="0" algn="r" defTabSz="914400" rtl="0" eaLnBrk="1" latinLnBrk="0" hangingPunct="1">
                <a:lnSpc>
                  <a:spcPct val="100000"/>
                </a:lnSpc>
                <a:spcBef>
                  <a:spcPts val="0"/>
                </a:spcBef>
                <a:spcAft>
                  <a:spcPts val="0"/>
                </a:spcAft>
                <a:buNone/>
                <a:defRPr sz="1200" kern="1200">
                  <a:solidFill>
                    <a:schemeClr val="lt1"/>
                  </a:solidFill>
                  <a:latin typeface="+mn-lt"/>
                  <a:ea typeface="+mn-ea"/>
                  <a:cs typeface="+mn-cs"/>
                </a:defRPr>
              </a:lvl1pPr>
              <a:lvl2pPr marL="0" marR="0" lvl="1"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2pPr>
              <a:lvl3pPr marL="0" marR="0" lvl="2"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3pPr>
              <a:lvl4pPr marL="0" marR="0" lvl="3"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4pPr>
              <a:lvl5pPr marL="0" marR="0" lvl="4"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5pPr>
              <a:lvl6pPr marL="0" marR="0" lvl="5"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6pPr>
              <a:lvl7pPr marL="0" marR="0" lvl="6"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7pPr>
              <a:lvl8pPr marL="0" marR="0" lvl="7"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8pPr>
              <a:lvl9pPr marL="0" marR="0" lvl="8"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9pPr>
            </a:lstStyle>
            <a:p>
              <a:fld id="{5884F69F-128C-4CC4-9CCD-12CEF3AE4F22}" type="slidenum">
                <a:rPr lang="en-NZ" dirty="0" smtClean="0">
                  <a:solidFill>
                    <a:schemeClr val="tx1">
                      <a:lumMod val="50000"/>
                      <a:lumOff val="50000"/>
                    </a:schemeClr>
                  </a:solidFill>
                </a:rPr>
                <a:pPr/>
                <a:t>2</a:t>
              </a:fld>
              <a:endParaRPr lang="en-NZ">
                <a:solidFill>
                  <a:schemeClr val="tx1">
                    <a:lumMod val="50000"/>
                    <a:lumOff val="50000"/>
                  </a:schemeClr>
                </a:solidFill>
              </a:endParaRPr>
            </a:p>
          </p:txBody>
        </p:sp>
        <p:sp>
          <p:nvSpPr>
            <p:cNvPr id="13" name="Footer Placeholder 1">
              <a:extLst>
                <a:ext uri="{FF2B5EF4-FFF2-40B4-BE49-F238E27FC236}">
                  <a16:creationId xmlns:a16="http://schemas.microsoft.com/office/drawing/2014/main" id="{929BDD53-B48A-E31E-C471-5CC600E8E1EA}"/>
                </a:ext>
              </a:extLst>
            </p:cNvPr>
            <p:cNvSpPr txBox="1">
              <a:spLocks/>
            </p:cNvSpPr>
            <p:nvPr/>
          </p:nvSpPr>
          <p:spPr>
            <a:xfrm>
              <a:off x="2438400" y="6276275"/>
              <a:ext cx="6502400" cy="365125"/>
            </a:xfrm>
            <a:prstGeom prst="rect">
              <a:avLst/>
            </a:prstGeom>
          </p:spPr>
          <p:txBody>
            <a:bodyPr lIns="91440" tIns="45720" rIns="91440" bIns="4572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NZ" sz="1200">
                  <a:solidFill>
                    <a:schemeClr val="tx1">
                      <a:lumMod val="50000"/>
                      <a:lumOff val="50000"/>
                    </a:schemeClr>
                  </a:solidFill>
                </a:rPr>
                <a:t>Career Conversation 2.0</a:t>
              </a:r>
              <a:endParaRPr lang="en-US">
                <a:solidFill>
                  <a:schemeClr val="tx1">
                    <a:lumMod val="50000"/>
                    <a:lumOff val="50000"/>
                  </a:schemeClr>
                </a:solidFill>
              </a:endParaRPr>
            </a:p>
          </p:txBody>
        </p:sp>
      </p:grpSp>
      <p:pic>
        <p:nvPicPr>
          <p:cNvPr id="2" name="Picture 1" descr="A diagram of a calendar&#10;&#10;Description automatically generated">
            <a:extLst>
              <a:ext uri="{FF2B5EF4-FFF2-40B4-BE49-F238E27FC236}">
                <a16:creationId xmlns:a16="http://schemas.microsoft.com/office/drawing/2014/main" id="{A7E6CD56-5351-2705-F5AD-71F021DBC716}"/>
              </a:ext>
            </a:extLst>
          </p:cNvPr>
          <p:cNvPicPr>
            <a:picLocks noChangeAspect="1"/>
          </p:cNvPicPr>
          <p:nvPr/>
        </p:nvPicPr>
        <p:blipFill>
          <a:blip r:embed="rId4"/>
          <a:stretch>
            <a:fillRect/>
          </a:stretch>
        </p:blipFill>
        <p:spPr>
          <a:xfrm>
            <a:off x="495399" y="1098947"/>
            <a:ext cx="10740575" cy="4730842"/>
          </a:xfrm>
          <a:prstGeom prst="rect">
            <a:avLst/>
          </a:prstGeom>
        </p:spPr>
      </p:pic>
      <p:sp>
        <p:nvSpPr>
          <p:cNvPr id="6" name="Google Shape;1477;p154">
            <a:extLst>
              <a:ext uri="{FF2B5EF4-FFF2-40B4-BE49-F238E27FC236}">
                <a16:creationId xmlns:a16="http://schemas.microsoft.com/office/drawing/2014/main" id="{8A66B1F4-7A16-39E2-242A-42535510E8E7}"/>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r>
              <a:rPr lang="fr" sz="2800">
                <a:latin typeface="+mj-lt"/>
              </a:rPr>
              <a:t>02</a:t>
            </a:r>
          </a:p>
        </p:txBody>
      </p:sp>
    </p:spTree>
    <p:extLst>
      <p:ext uri="{BB962C8B-B14F-4D97-AF65-F5344CB8AC3E}">
        <p14:creationId xmlns:p14="http://schemas.microsoft.com/office/powerpoint/2010/main" val="189593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447"/>
        <p:cNvGrpSpPr/>
        <p:nvPr/>
      </p:nvGrpSpPr>
      <p:grpSpPr>
        <a:xfrm>
          <a:off x="0" y="0"/>
          <a:ext cx="0" cy="0"/>
          <a:chOff x="0" y="0"/>
          <a:chExt cx="0" cy="0"/>
        </a:xfrm>
      </p:grpSpPr>
      <p:sp>
        <p:nvSpPr>
          <p:cNvPr id="4" name="Google Shape;1489;p155">
            <a:extLst>
              <a:ext uri="{FF2B5EF4-FFF2-40B4-BE49-F238E27FC236}">
                <a16:creationId xmlns:a16="http://schemas.microsoft.com/office/drawing/2014/main" id="{CCEC735B-1C25-70CE-323A-D4AA3765A33E}"/>
              </a:ext>
            </a:extLst>
          </p:cNvPr>
          <p:cNvSpPr txBox="1">
            <a:spLocks/>
          </p:cNvSpPr>
          <p:nvPr/>
        </p:nvSpPr>
        <p:spPr>
          <a:xfrm>
            <a:off x="1033761" y="410920"/>
            <a:ext cx="8189302" cy="370200"/>
          </a:xfrm>
          <a:prstGeom prst="rect">
            <a:avLst/>
          </a:prstGeom>
        </p:spPr>
        <p:txBody>
          <a:bodyPr spcFirstLastPara="1" vert="horz" wrap="square" lIns="0" tIns="0" rIns="0" bIns="0" rtlCol="0" anchor="t" anchorCtr="0">
            <a:noAutofit/>
          </a:bodyPr>
          <a:lstStyle>
            <a:lvl1pPr marL="0" marR="0" lvl="0" indent="-93131" algn="l" defTabSz="914400" rtl="0" eaLnBrk="1" latinLnBrk="0" hangingPunct="1">
              <a:lnSpc>
                <a:spcPct val="100000"/>
              </a:lnSpc>
              <a:spcBef>
                <a:spcPts val="0"/>
              </a:spcBef>
              <a:spcAft>
                <a:spcPts val="0"/>
              </a:spcAft>
              <a:buSzPts val="1100"/>
              <a:buFont typeface="Arial" panose="020B0604020202020204" pitchFamily="34" charset="0"/>
              <a:buNone/>
              <a:defRPr sz="1467" b="0" kern="1200">
                <a:solidFill>
                  <a:schemeClr val="tx1"/>
                </a:solidFill>
                <a:latin typeface="+mn-lt"/>
                <a:ea typeface="+mn-ea"/>
                <a:cs typeface="+mn-cs"/>
              </a:defRPr>
            </a:lvl1pPr>
            <a:lvl2pPr marL="685800" lvl="1" indent="-228600" algn="l" defTabSz="914400" rtl="0" eaLnBrk="1" latinLnBrk="0" hangingPunct="1">
              <a:lnSpc>
                <a:spcPct val="90000"/>
              </a:lnSpc>
              <a:spcBef>
                <a:spcPts val="1467"/>
              </a:spcBef>
              <a:spcAft>
                <a:spcPts val="0"/>
              </a:spcAft>
              <a:buSzPts val="1100"/>
              <a:buFont typeface="Montserrat"/>
              <a:buNone/>
              <a:defRPr sz="2400" kern="1200">
                <a:solidFill>
                  <a:schemeClr val="tx1"/>
                </a:solidFill>
                <a:latin typeface="Montserrat"/>
                <a:ea typeface="Montserrat"/>
                <a:cs typeface="Montserrat"/>
                <a:sym typeface="Montserrat"/>
              </a:defRPr>
            </a:lvl2pPr>
            <a:lvl3pPr marL="1143000" lvl="2" indent="-228600" algn="l" defTabSz="914400" rtl="0" eaLnBrk="1" latinLnBrk="0" hangingPunct="1">
              <a:lnSpc>
                <a:spcPct val="90000"/>
              </a:lnSpc>
              <a:spcBef>
                <a:spcPts val="1467"/>
              </a:spcBef>
              <a:spcAft>
                <a:spcPts val="0"/>
              </a:spcAft>
              <a:buSzPts val="11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1467"/>
              </a:spcBef>
              <a:spcAft>
                <a:spcPts val="1467"/>
              </a:spcAft>
              <a:buSzPts val="1100"/>
              <a:buFont typeface="Arial" panose="020B0604020202020204" pitchFamily="34" charset="0"/>
              <a:buNone/>
              <a:defRPr sz="1800" kern="1200">
                <a:solidFill>
                  <a:schemeClr val="tx1"/>
                </a:solidFill>
                <a:latin typeface="+mn-lt"/>
                <a:ea typeface="+mn-ea"/>
                <a:cs typeface="+mn-cs"/>
              </a:defRPr>
            </a:lvl9pPr>
          </a:lstStyle>
          <a:p>
            <a:pPr indent="-92710"/>
            <a:r>
              <a:rPr lang="en-US" sz="2800">
                <a:solidFill>
                  <a:srgbClr val="000066"/>
                </a:solidFill>
                <a:latin typeface="+mj-lt"/>
              </a:rPr>
              <a:t>What's next?</a:t>
            </a:r>
            <a:endParaRPr lang="en-US"/>
          </a:p>
        </p:txBody>
      </p:sp>
      <p:pic>
        <p:nvPicPr>
          <p:cNvPr id="7" name="Image 1" descr="Une image contenant Graphique, Police, graphisme, conception&#10;&#10;Description générée automatiquement">
            <a:extLst>
              <a:ext uri="{FF2B5EF4-FFF2-40B4-BE49-F238E27FC236}">
                <a16:creationId xmlns:a16="http://schemas.microsoft.com/office/drawing/2014/main" id="{CE7BBB71-F184-4C2C-22F1-561CCB11787B}"/>
              </a:ext>
            </a:extLst>
          </p:cNvPr>
          <p:cNvPicPr>
            <a:picLocks noChangeAspect="1"/>
          </p:cNvPicPr>
          <p:nvPr/>
        </p:nvPicPr>
        <p:blipFill>
          <a:blip r:embed="rId3"/>
          <a:stretch>
            <a:fillRect/>
          </a:stretch>
        </p:blipFill>
        <p:spPr>
          <a:xfrm>
            <a:off x="9780608" y="283343"/>
            <a:ext cx="2081842" cy="629202"/>
          </a:xfrm>
          <a:prstGeom prst="rect">
            <a:avLst/>
          </a:prstGeom>
        </p:spPr>
      </p:pic>
      <p:sp>
        <p:nvSpPr>
          <p:cNvPr id="8" name="Google Shape;1448;p152">
            <a:extLst>
              <a:ext uri="{FF2B5EF4-FFF2-40B4-BE49-F238E27FC236}">
                <a16:creationId xmlns:a16="http://schemas.microsoft.com/office/drawing/2014/main" id="{542FFAF1-CB65-1591-4C2C-4027F87033CC}"/>
              </a:ext>
            </a:extLst>
          </p:cNvPr>
          <p:cNvSpPr txBox="1">
            <a:spLocks/>
          </p:cNvSpPr>
          <p:nvPr/>
        </p:nvSpPr>
        <p:spPr>
          <a:xfrm>
            <a:off x="421197" y="1475862"/>
            <a:ext cx="11341343" cy="543946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Clr>
                <a:srgbClr val="203864"/>
              </a:buClr>
              <a:buNone/>
            </a:pPr>
            <a:r>
              <a:rPr lang="en-NZ" sz="1800" b="1" i="1" dirty="0">
                <a:solidFill>
                  <a:srgbClr val="009999"/>
                </a:solidFill>
                <a:latin typeface="Arial"/>
                <a:ea typeface="+mn-lt"/>
                <a:cs typeface="Arial"/>
              </a:rPr>
              <a:t>15</a:t>
            </a:r>
            <a:r>
              <a:rPr lang="en-NZ" sz="1800" b="1" i="1" baseline="30000" dirty="0">
                <a:solidFill>
                  <a:srgbClr val="009999"/>
                </a:solidFill>
                <a:latin typeface="Arial"/>
                <a:ea typeface="+mn-lt"/>
                <a:cs typeface="Arial"/>
              </a:rPr>
              <a:t>th</a:t>
            </a:r>
            <a:r>
              <a:rPr lang="en-NZ" sz="1800" b="1" i="1" dirty="0">
                <a:solidFill>
                  <a:srgbClr val="009999"/>
                </a:solidFill>
                <a:latin typeface="Arial"/>
                <a:ea typeface="+mn-lt"/>
                <a:cs typeface="Arial"/>
              </a:rPr>
              <a:t> November 2023 : People are invited to fill the doc. </a:t>
            </a:r>
            <a:endParaRPr lang="en-NZ" sz="1800" b="1" i="1">
              <a:solidFill>
                <a:srgbClr val="009999"/>
              </a:solidFill>
              <a:latin typeface="Arial"/>
              <a:ea typeface="+mn-lt"/>
              <a:cs typeface="Arial"/>
            </a:endParaRPr>
          </a:p>
          <a:p>
            <a:pPr marL="0" indent="0">
              <a:lnSpc>
                <a:spcPct val="100000"/>
              </a:lnSpc>
              <a:spcBef>
                <a:spcPts val="0"/>
              </a:spcBef>
              <a:buClr>
                <a:srgbClr val="203864"/>
              </a:buClr>
              <a:buNone/>
            </a:pPr>
            <a:r>
              <a:rPr lang="en-NZ" sz="1800" dirty="0">
                <a:latin typeface="Arial"/>
                <a:cs typeface="Arial"/>
              </a:rPr>
              <a:t>Employee+Manager1+Manager2+Marie invited to a Teams Chat, attaching the CC.</a:t>
            </a:r>
          </a:p>
          <a:p>
            <a:pPr marL="0" indent="0">
              <a:lnSpc>
                <a:spcPct val="100000"/>
              </a:lnSpc>
              <a:spcBef>
                <a:spcPts val="0"/>
              </a:spcBef>
              <a:buNone/>
            </a:pPr>
            <a:r>
              <a:rPr lang="en-NZ" sz="1800" dirty="0">
                <a:latin typeface="Arial"/>
                <a:cs typeface="Arial"/>
              </a:rPr>
              <a:t> (Margaux will create the groups and leave.)</a:t>
            </a:r>
            <a:endParaRPr lang="en-NZ" sz="1800">
              <a:latin typeface="Arial"/>
              <a:cs typeface="Arial"/>
            </a:endParaRPr>
          </a:p>
          <a:p>
            <a:pPr marL="0" indent="0">
              <a:lnSpc>
                <a:spcPct val="100000"/>
              </a:lnSpc>
              <a:spcBef>
                <a:spcPts val="0"/>
              </a:spcBef>
              <a:buNone/>
            </a:pPr>
            <a:endParaRPr lang="en-NZ" sz="1400" dirty="0">
              <a:latin typeface="Arial"/>
              <a:cs typeface="Arial"/>
            </a:endParaRPr>
          </a:p>
          <a:p>
            <a:pPr marL="0" indent="0">
              <a:lnSpc>
                <a:spcPct val="100000"/>
              </a:lnSpc>
              <a:spcBef>
                <a:spcPts val="0"/>
              </a:spcBef>
              <a:buNone/>
            </a:pPr>
            <a:r>
              <a:rPr lang="en-NZ" sz="1800" dirty="0">
                <a:latin typeface="Arial"/>
                <a:cs typeface="Arial"/>
              </a:rPr>
              <a:t>The manager completes it and asks the employee to fill his/her part. </a:t>
            </a:r>
            <a:endParaRPr lang="en-NZ" sz="1800" dirty="0">
              <a:solidFill>
                <a:srgbClr val="000000"/>
              </a:solidFill>
              <a:latin typeface="Arial"/>
              <a:cs typeface="Arial"/>
            </a:endParaRPr>
          </a:p>
          <a:p>
            <a:pPr marL="0" indent="0">
              <a:lnSpc>
                <a:spcPct val="100000"/>
              </a:lnSpc>
              <a:spcBef>
                <a:spcPts val="0"/>
              </a:spcBef>
              <a:buNone/>
            </a:pPr>
            <a:r>
              <a:rPr lang="en-NZ" sz="1800" i="1" dirty="0">
                <a:solidFill>
                  <a:srgbClr val="002060"/>
                </a:solidFill>
                <a:latin typeface="Arial"/>
                <a:cs typeface="Arial"/>
              </a:rPr>
              <a:t>(Except for people reporting to SLT member : you are invited to prepare your CC).</a:t>
            </a:r>
            <a:endParaRPr lang="en-NZ">
              <a:cs typeface="Calibri" panose="020F0502020204030204"/>
            </a:endParaRPr>
          </a:p>
          <a:p>
            <a:pPr marL="0" indent="0">
              <a:lnSpc>
                <a:spcPct val="100000"/>
              </a:lnSpc>
              <a:spcBef>
                <a:spcPts val="0"/>
              </a:spcBef>
              <a:buNone/>
            </a:pPr>
            <a:endParaRPr lang="en-NZ" sz="1800" i="1" dirty="0">
              <a:solidFill>
                <a:srgbClr val="002060"/>
              </a:solidFill>
              <a:latin typeface="Arial"/>
              <a:cs typeface="Arial"/>
            </a:endParaRPr>
          </a:p>
          <a:p>
            <a:pPr marL="0" indent="0">
              <a:lnSpc>
                <a:spcPct val="100000"/>
              </a:lnSpc>
              <a:spcBef>
                <a:spcPts val="0"/>
              </a:spcBef>
              <a:buNone/>
            </a:pPr>
            <a:r>
              <a:rPr lang="en-NZ" sz="1800" dirty="0">
                <a:latin typeface="Arial"/>
                <a:cs typeface="Arial"/>
              </a:rPr>
              <a:t>Work collaboratively online : </a:t>
            </a:r>
            <a:r>
              <a:rPr lang="en-NZ" sz="1800" u="sng" dirty="0">
                <a:latin typeface="Arial"/>
                <a:cs typeface="Arial"/>
              </a:rPr>
              <a:t>Do not download it,</a:t>
            </a:r>
            <a:r>
              <a:rPr lang="en-NZ" sz="1800" dirty="0">
                <a:latin typeface="Arial"/>
                <a:cs typeface="Arial"/>
              </a:rPr>
              <a:t> access it and fill it from Teams.</a:t>
            </a:r>
          </a:p>
          <a:p>
            <a:pPr marL="0" indent="0">
              <a:lnSpc>
                <a:spcPct val="100000"/>
              </a:lnSpc>
              <a:spcBef>
                <a:spcPts val="0"/>
              </a:spcBef>
              <a:buNone/>
            </a:pPr>
            <a:endParaRPr lang="en-NZ" sz="1800">
              <a:latin typeface="Arial"/>
              <a:cs typeface="Arial"/>
            </a:endParaRPr>
          </a:p>
          <a:p>
            <a:pPr marL="0" indent="0">
              <a:lnSpc>
                <a:spcPct val="100000"/>
              </a:lnSpc>
              <a:spcBef>
                <a:spcPts val="0"/>
              </a:spcBef>
              <a:buNone/>
            </a:pPr>
            <a:r>
              <a:rPr lang="en-NZ" sz="1800" b="1" i="1" dirty="0">
                <a:solidFill>
                  <a:srgbClr val="009999"/>
                </a:solidFill>
                <a:latin typeface="Arial"/>
                <a:ea typeface="+mn-lt"/>
                <a:cs typeface="Arial"/>
              </a:rPr>
              <a:t>Before 31 December 2023 : </a:t>
            </a:r>
            <a:r>
              <a:rPr lang="en-NZ" sz="1800" dirty="0">
                <a:latin typeface="Arial"/>
                <a:ea typeface="+mn-lt"/>
                <a:cs typeface="Arial"/>
              </a:rPr>
              <a:t>It’s time to meet </a:t>
            </a:r>
          </a:p>
          <a:p>
            <a:pPr marL="0" indent="0">
              <a:lnSpc>
                <a:spcPct val="100000"/>
              </a:lnSpc>
              <a:spcBef>
                <a:spcPts val="0"/>
              </a:spcBef>
              <a:buNone/>
            </a:pPr>
            <a:r>
              <a:rPr lang="en-NZ" sz="1800" dirty="0">
                <a:latin typeface="Arial"/>
                <a:ea typeface="+mn-lt"/>
                <a:cs typeface="Arial"/>
              </a:rPr>
              <a:t>At the end of the conversation, the manager sends the PDF to Marie </a:t>
            </a:r>
            <a:endParaRPr lang="en-NZ" sz="1800">
              <a:latin typeface="Arial" panose="020B0604020202020204" pitchFamily="34" charset="0"/>
              <a:cs typeface="Arial" panose="020B0604020202020204" pitchFamily="34" charset="0"/>
            </a:endParaRPr>
          </a:p>
          <a:p>
            <a:pPr marL="0" indent="0">
              <a:lnSpc>
                <a:spcPct val="100000"/>
              </a:lnSpc>
              <a:spcBef>
                <a:spcPts val="0"/>
              </a:spcBef>
              <a:buClr>
                <a:srgbClr val="203864"/>
              </a:buClr>
              <a:buNone/>
            </a:pPr>
            <a:endParaRPr lang="en-NZ" sz="1800">
              <a:latin typeface="Arial"/>
              <a:cs typeface="Arial"/>
            </a:endParaRPr>
          </a:p>
          <a:p>
            <a:pPr>
              <a:buClr>
                <a:srgbClr val="203864"/>
              </a:buClr>
              <a:buFont typeface="Arial" panose="020B0604020202020204" pitchFamily="34" charset="0"/>
              <a:buChar char="➔"/>
            </a:pPr>
            <a:endParaRPr lang="en-NZ" sz="1800">
              <a:latin typeface="Arial"/>
              <a:cs typeface="Arial"/>
            </a:endParaRPr>
          </a:p>
        </p:txBody>
      </p:sp>
      <p:grpSp>
        <p:nvGrpSpPr>
          <p:cNvPr id="14" name="Group 13">
            <a:extLst>
              <a:ext uri="{FF2B5EF4-FFF2-40B4-BE49-F238E27FC236}">
                <a16:creationId xmlns:a16="http://schemas.microsoft.com/office/drawing/2014/main" id="{E41C3A1A-50D6-549F-008B-B6A36F31D3F9}"/>
              </a:ext>
            </a:extLst>
          </p:cNvPr>
          <p:cNvGrpSpPr/>
          <p:nvPr/>
        </p:nvGrpSpPr>
        <p:grpSpPr>
          <a:xfrm>
            <a:off x="2540000" y="6512521"/>
            <a:ext cx="8960627" cy="445200"/>
            <a:chOff x="2438400" y="6276275"/>
            <a:chExt cx="8960627" cy="445200"/>
          </a:xfrm>
        </p:grpSpPr>
        <p:sp>
          <p:nvSpPr>
            <p:cNvPr id="12" name="Slide Number Placeholder 2">
              <a:extLst>
                <a:ext uri="{FF2B5EF4-FFF2-40B4-BE49-F238E27FC236}">
                  <a16:creationId xmlns:a16="http://schemas.microsoft.com/office/drawing/2014/main" id="{5241A531-6457-FA7A-BCAC-2BB4FCA99AC7}"/>
                </a:ext>
              </a:extLst>
            </p:cNvPr>
            <p:cNvSpPr txBox="1">
              <a:spLocks/>
            </p:cNvSpPr>
            <p:nvPr/>
          </p:nvSpPr>
          <p:spPr>
            <a:xfrm>
              <a:off x="8655827" y="6356350"/>
              <a:ext cx="2743200" cy="365125"/>
            </a:xfrm>
            <a:prstGeom prst="rect">
              <a:avLst/>
            </a:prstGeom>
          </p:spPr>
          <p:txBody>
            <a:bodyPr spcFirstLastPara="1" vert="horz" wrap="square" lIns="0" tIns="0" rIns="0" bIns="0" rtlCol="0" anchor="t" anchorCtr="0">
              <a:noAutofit/>
            </a:bodyPr>
            <a:lstStyle>
              <a:defPPr>
                <a:defRPr lang="fr-FR"/>
              </a:defPPr>
              <a:lvl1pPr marL="0" marR="0" lvl="0" indent="0" algn="r" defTabSz="914400" rtl="0" eaLnBrk="1" latinLnBrk="0" hangingPunct="1">
                <a:lnSpc>
                  <a:spcPct val="100000"/>
                </a:lnSpc>
                <a:spcBef>
                  <a:spcPts val="0"/>
                </a:spcBef>
                <a:spcAft>
                  <a:spcPts val="0"/>
                </a:spcAft>
                <a:buNone/>
                <a:defRPr sz="1200" kern="1200">
                  <a:solidFill>
                    <a:schemeClr val="lt1"/>
                  </a:solidFill>
                  <a:latin typeface="+mn-lt"/>
                  <a:ea typeface="+mn-ea"/>
                  <a:cs typeface="+mn-cs"/>
                </a:defRPr>
              </a:lvl1pPr>
              <a:lvl2pPr marL="0" marR="0" lvl="1"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2pPr>
              <a:lvl3pPr marL="0" marR="0" lvl="2"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3pPr>
              <a:lvl4pPr marL="0" marR="0" lvl="3"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4pPr>
              <a:lvl5pPr marL="0" marR="0" lvl="4"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5pPr>
              <a:lvl6pPr marL="0" marR="0" lvl="5"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6pPr>
              <a:lvl7pPr marL="0" marR="0" lvl="6"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7pPr>
              <a:lvl8pPr marL="0" marR="0" lvl="7"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8pPr>
              <a:lvl9pPr marL="0" marR="0" lvl="8"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9pPr>
            </a:lstStyle>
            <a:p>
              <a:fld id="{5884F69F-128C-4CC4-9CCD-12CEF3AE4F22}" type="slidenum">
                <a:rPr lang="en-NZ" smtClean="0">
                  <a:solidFill>
                    <a:schemeClr val="tx1">
                      <a:lumMod val="50000"/>
                      <a:lumOff val="50000"/>
                    </a:schemeClr>
                  </a:solidFill>
                </a:rPr>
                <a:pPr/>
                <a:t>3</a:t>
              </a:fld>
              <a:endParaRPr lang="en-NZ">
                <a:solidFill>
                  <a:schemeClr val="tx1">
                    <a:lumMod val="50000"/>
                    <a:lumOff val="50000"/>
                  </a:schemeClr>
                </a:solidFill>
              </a:endParaRPr>
            </a:p>
          </p:txBody>
        </p:sp>
        <p:sp>
          <p:nvSpPr>
            <p:cNvPr id="13" name="Footer Placeholder 1">
              <a:extLst>
                <a:ext uri="{FF2B5EF4-FFF2-40B4-BE49-F238E27FC236}">
                  <a16:creationId xmlns:a16="http://schemas.microsoft.com/office/drawing/2014/main" id="{929BDD53-B48A-E31E-C471-5CC600E8E1EA}"/>
                </a:ext>
              </a:extLst>
            </p:cNvPr>
            <p:cNvSpPr txBox="1">
              <a:spLocks/>
            </p:cNvSpPr>
            <p:nvPr/>
          </p:nvSpPr>
          <p:spPr>
            <a:xfrm>
              <a:off x="2438400" y="6276275"/>
              <a:ext cx="6502400" cy="365125"/>
            </a:xfrm>
            <a:prstGeom prst="rect">
              <a:avLst/>
            </a:prstGeom>
          </p:spPr>
          <p:txBody>
            <a:bodyPr lIns="91440" tIns="45720" rIns="91440" bIns="4572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NZ" sz="1200">
                  <a:solidFill>
                    <a:schemeClr val="tx1">
                      <a:lumMod val="50000"/>
                      <a:lumOff val="50000"/>
                    </a:schemeClr>
                  </a:solidFill>
                </a:rPr>
                <a:t>Career Conversation 2.0</a:t>
              </a:r>
              <a:endParaRPr lang="en-US">
                <a:solidFill>
                  <a:schemeClr val="tx1">
                    <a:lumMod val="50000"/>
                    <a:lumOff val="50000"/>
                  </a:schemeClr>
                </a:solidFill>
              </a:endParaRPr>
            </a:p>
          </p:txBody>
        </p:sp>
      </p:grpSp>
      <p:sp>
        <p:nvSpPr>
          <p:cNvPr id="5" name="Google Shape;1448;p152">
            <a:extLst>
              <a:ext uri="{FF2B5EF4-FFF2-40B4-BE49-F238E27FC236}">
                <a16:creationId xmlns:a16="http://schemas.microsoft.com/office/drawing/2014/main" id="{3F74B91C-E0A1-722F-E441-33DE29E3A25A}"/>
              </a:ext>
            </a:extLst>
          </p:cNvPr>
          <p:cNvSpPr txBox="1">
            <a:spLocks/>
          </p:cNvSpPr>
          <p:nvPr/>
        </p:nvSpPr>
        <p:spPr>
          <a:xfrm>
            <a:off x="367409" y="3062966"/>
            <a:ext cx="11217966" cy="215997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NZ" sz="1800">
              <a:latin typeface="Arial" panose="020B0604020202020204" pitchFamily="34" charset="0"/>
              <a:cs typeface="Arial" panose="020B0604020202020204" pitchFamily="34" charset="0"/>
            </a:endParaRPr>
          </a:p>
        </p:txBody>
      </p:sp>
      <p:sp>
        <p:nvSpPr>
          <p:cNvPr id="11" name="Google Shape;1477;p154">
            <a:extLst>
              <a:ext uri="{FF2B5EF4-FFF2-40B4-BE49-F238E27FC236}">
                <a16:creationId xmlns:a16="http://schemas.microsoft.com/office/drawing/2014/main" id="{94214B4C-9362-2B82-DDAA-B66150ACF6EC}"/>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r>
              <a:rPr lang="fr" sz="2800">
                <a:latin typeface="+mj-lt"/>
              </a:rPr>
              <a:t>03</a:t>
            </a:r>
          </a:p>
        </p:txBody>
      </p:sp>
      <p:sp>
        <p:nvSpPr>
          <p:cNvPr id="2" name="TextBox 1">
            <a:extLst>
              <a:ext uri="{FF2B5EF4-FFF2-40B4-BE49-F238E27FC236}">
                <a16:creationId xmlns:a16="http://schemas.microsoft.com/office/drawing/2014/main" id="{6B18EACB-3A35-D445-6666-17809DF2A06B}"/>
              </a:ext>
            </a:extLst>
          </p:cNvPr>
          <p:cNvSpPr txBox="1"/>
          <p:nvPr/>
        </p:nvSpPr>
        <p:spPr>
          <a:xfrm>
            <a:off x="1485396" y="5267565"/>
            <a:ext cx="9221208" cy="1200329"/>
          </a:xfrm>
          <a:prstGeom prst="rect">
            <a:avLst/>
          </a:prstGeom>
          <a:noFill/>
          <a:ln>
            <a:solidFill>
              <a:srgbClr val="002060"/>
            </a:solidFill>
          </a:ln>
        </p:spPr>
        <p:txBody>
          <a:bodyPr wrap="square">
            <a:spAutoFit/>
          </a:bodyPr>
          <a:lstStyle/>
          <a:p>
            <a:pPr>
              <a:buClr>
                <a:srgbClr val="203864"/>
              </a:buClr>
            </a:pPr>
            <a:r>
              <a:rPr lang="en-NZ" sz="1800">
                <a:latin typeface="Dax bold"/>
              </a:rPr>
              <a:t>End of the Year 2023 CC </a:t>
            </a:r>
            <a:endParaRPr lang="en-US" sz="1800">
              <a:latin typeface="Dax bold"/>
              <a:ea typeface="Calibri"/>
              <a:cs typeface="Calibri"/>
            </a:endParaRPr>
          </a:p>
          <a:p>
            <a:pPr>
              <a:buClr>
                <a:srgbClr val="767171"/>
              </a:buClr>
            </a:pPr>
            <a:r>
              <a:rPr lang="en-NZ">
                <a:latin typeface="Dax bold"/>
              </a:rPr>
              <a:t>1/Must be completed between mid-November to end of December 2023</a:t>
            </a:r>
          </a:p>
          <a:p>
            <a:pPr>
              <a:buClr>
                <a:srgbClr val="767171"/>
              </a:buClr>
            </a:pPr>
            <a:r>
              <a:rPr lang="en-NZ">
                <a:latin typeface="Dax bold"/>
              </a:rPr>
              <a:t>2/Will review 2023 ( feedback, skills, goals, values ) </a:t>
            </a:r>
          </a:p>
          <a:p>
            <a:pPr>
              <a:buClr>
                <a:srgbClr val="767171"/>
              </a:buClr>
            </a:pPr>
            <a:r>
              <a:rPr lang="en-NZ">
                <a:latin typeface="Dax bold"/>
                <a:cs typeface="Arial"/>
              </a:rPr>
              <a:t>3/Will define 2024 Goals. </a:t>
            </a:r>
          </a:p>
        </p:txBody>
      </p:sp>
    </p:spTree>
    <p:extLst>
      <p:ext uri="{BB962C8B-B14F-4D97-AF65-F5344CB8AC3E}">
        <p14:creationId xmlns:p14="http://schemas.microsoft.com/office/powerpoint/2010/main" val="65233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447"/>
        <p:cNvGrpSpPr/>
        <p:nvPr/>
      </p:nvGrpSpPr>
      <p:grpSpPr>
        <a:xfrm>
          <a:off x="0" y="0"/>
          <a:ext cx="0" cy="0"/>
          <a:chOff x="0" y="0"/>
          <a:chExt cx="0" cy="0"/>
        </a:xfrm>
      </p:grpSpPr>
      <p:sp>
        <p:nvSpPr>
          <p:cNvPr id="4" name="Google Shape;1489;p155">
            <a:extLst>
              <a:ext uri="{FF2B5EF4-FFF2-40B4-BE49-F238E27FC236}">
                <a16:creationId xmlns:a16="http://schemas.microsoft.com/office/drawing/2014/main" id="{CCEC735B-1C25-70CE-323A-D4AA3765A33E}"/>
              </a:ext>
            </a:extLst>
          </p:cNvPr>
          <p:cNvSpPr txBox="1">
            <a:spLocks/>
          </p:cNvSpPr>
          <p:nvPr/>
        </p:nvSpPr>
        <p:spPr>
          <a:xfrm>
            <a:off x="1082529" y="392440"/>
            <a:ext cx="8132882" cy="370200"/>
          </a:xfrm>
          <a:prstGeom prst="rect">
            <a:avLst/>
          </a:prstGeom>
        </p:spPr>
        <p:txBody>
          <a:bodyPr spcFirstLastPara="1" vert="horz" wrap="square" lIns="0" tIns="0" rIns="0" bIns="0" rtlCol="0" anchor="t" anchorCtr="0">
            <a:noAutofit/>
          </a:bodyPr>
          <a:lstStyle>
            <a:lvl1pPr marL="0" marR="0" lvl="0" indent="-93131" algn="l" defTabSz="914400" rtl="0" eaLnBrk="1" latinLnBrk="0" hangingPunct="1">
              <a:lnSpc>
                <a:spcPct val="100000"/>
              </a:lnSpc>
              <a:spcBef>
                <a:spcPts val="0"/>
              </a:spcBef>
              <a:spcAft>
                <a:spcPts val="0"/>
              </a:spcAft>
              <a:buSzPts val="1100"/>
              <a:buFont typeface="Arial" panose="020B0604020202020204" pitchFamily="34" charset="0"/>
              <a:buNone/>
              <a:defRPr sz="1467" b="0" kern="1200">
                <a:solidFill>
                  <a:schemeClr val="tx1"/>
                </a:solidFill>
                <a:latin typeface="+mn-lt"/>
                <a:ea typeface="+mn-ea"/>
                <a:cs typeface="+mn-cs"/>
              </a:defRPr>
            </a:lvl1pPr>
            <a:lvl2pPr marL="685800" lvl="1" indent="-228600" algn="l" defTabSz="914400" rtl="0" eaLnBrk="1" latinLnBrk="0" hangingPunct="1">
              <a:lnSpc>
                <a:spcPct val="90000"/>
              </a:lnSpc>
              <a:spcBef>
                <a:spcPts val="1467"/>
              </a:spcBef>
              <a:spcAft>
                <a:spcPts val="0"/>
              </a:spcAft>
              <a:buSzPts val="1100"/>
              <a:buFont typeface="Montserrat"/>
              <a:buNone/>
              <a:defRPr sz="2400" kern="1200">
                <a:solidFill>
                  <a:schemeClr val="tx1"/>
                </a:solidFill>
                <a:latin typeface="Montserrat"/>
                <a:ea typeface="Montserrat"/>
                <a:cs typeface="Montserrat"/>
                <a:sym typeface="Montserrat"/>
              </a:defRPr>
            </a:lvl2pPr>
            <a:lvl3pPr marL="1143000" lvl="2" indent="-228600" algn="l" defTabSz="914400" rtl="0" eaLnBrk="1" latinLnBrk="0" hangingPunct="1">
              <a:lnSpc>
                <a:spcPct val="90000"/>
              </a:lnSpc>
              <a:spcBef>
                <a:spcPts val="1467"/>
              </a:spcBef>
              <a:spcAft>
                <a:spcPts val="0"/>
              </a:spcAft>
              <a:buSzPts val="11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1467"/>
              </a:spcBef>
              <a:spcAft>
                <a:spcPts val="1467"/>
              </a:spcAft>
              <a:buSzPts val="1100"/>
              <a:buFont typeface="Arial" panose="020B0604020202020204" pitchFamily="34" charset="0"/>
              <a:buNone/>
              <a:defRPr sz="1800" kern="1200">
                <a:solidFill>
                  <a:schemeClr val="tx1"/>
                </a:solidFill>
                <a:latin typeface="+mn-lt"/>
                <a:ea typeface="+mn-ea"/>
                <a:cs typeface="+mn-cs"/>
              </a:defRPr>
            </a:lvl9pPr>
          </a:lstStyle>
          <a:p>
            <a:pPr indent="-92710"/>
            <a:r>
              <a:rPr lang="en-US" sz="2800">
                <a:solidFill>
                  <a:srgbClr val="000066"/>
                </a:solidFill>
                <a:latin typeface="+mj-lt"/>
              </a:rPr>
              <a:t>How to access / share the file? - Inside SharePoint </a:t>
            </a:r>
          </a:p>
          <a:p>
            <a:pPr indent="-92710"/>
            <a:r>
              <a:rPr lang="en-US" sz="1200">
                <a:solidFill>
                  <a:srgbClr val="000066"/>
                </a:solidFill>
                <a:latin typeface="+mj-lt"/>
              </a:rPr>
              <a:t>(from December)</a:t>
            </a:r>
            <a:endParaRPr lang="en-US" sz="1200">
              <a:solidFill>
                <a:srgbClr val="000066"/>
              </a:solidFill>
              <a:latin typeface="Calibri Light"/>
              <a:cs typeface="Calibri Light"/>
            </a:endParaRPr>
          </a:p>
        </p:txBody>
      </p:sp>
      <p:pic>
        <p:nvPicPr>
          <p:cNvPr id="7" name="Image 1" descr="Une image contenant Graphique, Police, graphisme, conception&#10;&#10;Description générée automatiquement">
            <a:extLst>
              <a:ext uri="{FF2B5EF4-FFF2-40B4-BE49-F238E27FC236}">
                <a16:creationId xmlns:a16="http://schemas.microsoft.com/office/drawing/2014/main" id="{CE7BBB71-F184-4C2C-22F1-561CCB11787B}"/>
              </a:ext>
            </a:extLst>
          </p:cNvPr>
          <p:cNvPicPr>
            <a:picLocks noChangeAspect="1"/>
          </p:cNvPicPr>
          <p:nvPr/>
        </p:nvPicPr>
        <p:blipFill>
          <a:blip r:embed="rId3"/>
          <a:stretch>
            <a:fillRect/>
          </a:stretch>
        </p:blipFill>
        <p:spPr>
          <a:xfrm>
            <a:off x="9780608" y="283343"/>
            <a:ext cx="2081842" cy="629202"/>
          </a:xfrm>
          <a:prstGeom prst="rect">
            <a:avLst/>
          </a:prstGeom>
        </p:spPr>
      </p:pic>
      <p:sp>
        <p:nvSpPr>
          <p:cNvPr id="9" name="Slide Number Placeholder 8">
            <a:extLst>
              <a:ext uri="{FF2B5EF4-FFF2-40B4-BE49-F238E27FC236}">
                <a16:creationId xmlns:a16="http://schemas.microsoft.com/office/drawing/2014/main" id="{AB326C92-350B-2452-D09C-A01876C29F7A}"/>
              </a:ext>
            </a:extLst>
          </p:cNvPr>
          <p:cNvSpPr>
            <a:spLocks noGrp="1"/>
          </p:cNvSpPr>
          <p:nvPr>
            <p:ph type="sldNum" idx="12"/>
          </p:nvPr>
        </p:nvSpPr>
        <p:spPr/>
        <p:txBody>
          <a:bodyPr/>
          <a:lstStyle/>
          <a:p>
            <a:fld id="{00000000-1234-1234-1234-123412341234}" type="slidenum">
              <a:rPr lang="fr" smtClean="0"/>
              <a:pPr/>
              <a:t>4</a:t>
            </a:fld>
            <a:endParaRPr lang="fr"/>
          </a:p>
        </p:txBody>
      </p:sp>
      <p:grpSp>
        <p:nvGrpSpPr>
          <p:cNvPr id="14" name="Group 13">
            <a:extLst>
              <a:ext uri="{FF2B5EF4-FFF2-40B4-BE49-F238E27FC236}">
                <a16:creationId xmlns:a16="http://schemas.microsoft.com/office/drawing/2014/main" id="{E41C3A1A-50D6-549F-008B-B6A36F31D3F9}"/>
              </a:ext>
            </a:extLst>
          </p:cNvPr>
          <p:cNvGrpSpPr/>
          <p:nvPr/>
        </p:nvGrpSpPr>
        <p:grpSpPr>
          <a:xfrm>
            <a:off x="2540000" y="6512521"/>
            <a:ext cx="8960627" cy="445200"/>
            <a:chOff x="2438400" y="6276275"/>
            <a:chExt cx="8960627" cy="445200"/>
          </a:xfrm>
        </p:grpSpPr>
        <p:sp>
          <p:nvSpPr>
            <p:cNvPr id="12" name="Slide Number Placeholder 2">
              <a:extLst>
                <a:ext uri="{FF2B5EF4-FFF2-40B4-BE49-F238E27FC236}">
                  <a16:creationId xmlns:a16="http://schemas.microsoft.com/office/drawing/2014/main" id="{5241A531-6457-FA7A-BCAC-2BB4FCA99AC7}"/>
                </a:ext>
              </a:extLst>
            </p:cNvPr>
            <p:cNvSpPr txBox="1">
              <a:spLocks/>
            </p:cNvSpPr>
            <p:nvPr/>
          </p:nvSpPr>
          <p:spPr>
            <a:xfrm>
              <a:off x="8655827" y="6356350"/>
              <a:ext cx="2743200" cy="365125"/>
            </a:xfrm>
            <a:prstGeom prst="rect">
              <a:avLst/>
            </a:prstGeom>
          </p:spPr>
          <p:txBody>
            <a:bodyPr spcFirstLastPara="1" vert="horz" wrap="square" lIns="0" tIns="0" rIns="0" bIns="0" rtlCol="0" anchor="t" anchorCtr="0">
              <a:noAutofit/>
            </a:bodyPr>
            <a:lstStyle>
              <a:defPPr>
                <a:defRPr lang="fr-FR"/>
              </a:defPPr>
              <a:lvl1pPr marL="0" marR="0" lvl="0" indent="0" algn="r" defTabSz="914400" rtl="0" eaLnBrk="1" latinLnBrk="0" hangingPunct="1">
                <a:lnSpc>
                  <a:spcPct val="100000"/>
                </a:lnSpc>
                <a:spcBef>
                  <a:spcPts val="0"/>
                </a:spcBef>
                <a:spcAft>
                  <a:spcPts val="0"/>
                </a:spcAft>
                <a:buNone/>
                <a:defRPr sz="1200" kern="1200">
                  <a:solidFill>
                    <a:schemeClr val="lt1"/>
                  </a:solidFill>
                  <a:latin typeface="+mn-lt"/>
                  <a:ea typeface="+mn-ea"/>
                  <a:cs typeface="+mn-cs"/>
                </a:defRPr>
              </a:lvl1pPr>
              <a:lvl2pPr marL="0" marR="0" lvl="1"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2pPr>
              <a:lvl3pPr marL="0" marR="0" lvl="2"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3pPr>
              <a:lvl4pPr marL="0" marR="0" lvl="3"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4pPr>
              <a:lvl5pPr marL="0" marR="0" lvl="4"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5pPr>
              <a:lvl6pPr marL="0" marR="0" lvl="5"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6pPr>
              <a:lvl7pPr marL="0" marR="0" lvl="6"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7pPr>
              <a:lvl8pPr marL="0" marR="0" lvl="7"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8pPr>
              <a:lvl9pPr marL="0" marR="0" lvl="8"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9pPr>
            </a:lstStyle>
            <a:p>
              <a:fld id="{5884F69F-128C-4CC4-9CCD-12CEF3AE4F22}" type="slidenum">
                <a:rPr lang="en-NZ" smtClean="0">
                  <a:solidFill>
                    <a:schemeClr val="tx1">
                      <a:lumMod val="50000"/>
                      <a:lumOff val="50000"/>
                    </a:schemeClr>
                  </a:solidFill>
                </a:rPr>
                <a:pPr/>
                <a:t>4</a:t>
              </a:fld>
              <a:endParaRPr lang="en-NZ">
                <a:solidFill>
                  <a:schemeClr val="tx1">
                    <a:lumMod val="50000"/>
                    <a:lumOff val="50000"/>
                  </a:schemeClr>
                </a:solidFill>
              </a:endParaRPr>
            </a:p>
          </p:txBody>
        </p:sp>
        <p:sp>
          <p:nvSpPr>
            <p:cNvPr id="13" name="Footer Placeholder 1">
              <a:extLst>
                <a:ext uri="{FF2B5EF4-FFF2-40B4-BE49-F238E27FC236}">
                  <a16:creationId xmlns:a16="http://schemas.microsoft.com/office/drawing/2014/main" id="{929BDD53-B48A-E31E-C471-5CC600E8E1EA}"/>
                </a:ext>
              </a:extLst>
            </p:cNvPr>
            <p:cNvSpPr txBox="1">
              <a:spLocks/>
            </p:cNvSpPr>
            <p:nvPr/>
          </p:nvSpPr>
          <p:spPr>
            <a:xfrm>
              <a:off x="2438400" y="6276275"/>
              <a:ext cx="6502400" cy="365125"/>
            </a:xfrm>
            <a:prstGeom prst="rect">
              <a:avLst/>
            </a:prstGeom>
          </p:spPr>
          <p:txBody>
            <a:bodyPr lIns="91440" tIns="45720" rIns="91440" bIns="4572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NZ" sz="1200">
                  <a:solidFill>
                    <a:schemeClr val="tx1">
                      <a:lumMod val="50000"/>
                      <a:lumOff val="50000"/>
                    </a:schemeClr>
                  </a:solidFill>
                </a:rPr>
                <a:t>Career Conversation 2.0</a:t>
              </a:r>
              <a:endParaRPr lang="en-US">
                <a:solidFill>
                  <a:schemeClr val="tx1">
                    <a:lumMod val="50000"/>
                    <a:lumOff val="50000"/>
                  </a:schemeClr>
                </a:solidFill>
              </a:endParaRPr>
            </a:p>
          </p:txBody>
        </p:sp>
      </p:grpSp>
      <p:pic>
        <p:nvPicPr>
          <p:cNvPr id="2" name="Picture 1" descr="A screenshot of a computer&#10;&#10;Description automatically generated">
            <a:extLst>
              <a:ext uri="{FF2B5EF4-FFF2-40B4-BE49-F238E27FC236}">
                <a16:creationId xmlns:a16="http://schemas.microsoft.com/office/drawing/2014/main" id="{04C71C7E-EE52-B539-625E-01EE8E7722F7}"/>
              </a:ext>
            </a:extLst>
          </p:cNvPr>
          <p:cNvPicPr>
            <a:picLocks noChangeAspect="1"/>
          </p:cNvPicPr>
          <p:nvPr/>
        </p:nvPicPr>
        <p:blipFill rotWithShape="1">
          <a:blip r:embed="rId4"/>
          <a:srcRect r="39325" b="6213"/>
          <a:stretch/>
        </p:blipFill>
        <p:spPr>
          <a:xfrm>
            <a:off x="758675" y="2006164"/>
            <a:ext cx="4935060" cy="4282667"/>
          </a:xfrm>
          <a:prstGeom prst="rect">
            <a:avLst/>
          </a:prstGeom>
        </p:spPr>
      </p:pic>
      <p:sp>
        <p:nvSpPr>
          <p:cNvPr id="3" name="Oval 2">
            <a:extLst>
              <a:ext uri="{FF2B5EF4-FFF2-40B4-BE49-F238E27FC236}">
                <a16:creationId xmlns:a16="http://schemas.microsoft.com/office/drawing/2014/main" id="{079C2B7C-BD0A-1817-E8D4-4CA8D1FD427A}"/>
              </a:ext>
            </a:extLst>
          </p:cNvPr>
          <p:cNvSpPr/>
          <p:nvPr/>
        </p:nvSpPr>
        <p:spPr>
          <a:xfrm>
            <a:off x="4467703" y="3328468"/>
            <a:ext cx="974652" cy="292395"/>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0A44B286-6790-EA24-3515-869787CEC87D}"/>
              </a:ext>
            </a:extLst>
          </p:cNvPr>
          <p:cNvPicPr>
            <a:picLocks noChangeAspect="1"/>
          </p:cNvPicPr>
          <p:nvPr/>
        </p:nvPicPr>
        <p:blipFill rotWithShape="1">
          <a:blip r:embed="rId5"/>
          <a:srcRect r="21884" b="-227"/>
          <a:stretch/>
        </p:blipFill>
        <p:spPr>
          <a:xfrm>
            <a:off x="6165626" y="2475210"/>
            <a:ext cx="4558438" cy="2980629"/>
          </a:xfrm>
          <a:prstGeom prst="rect">
            <a:avLst/>
          </a:prstGeom>
        </p:spPr>
      </p:pic>
      <p:sp>
        <p:nvSpPr>
          <p:cNvPr id="10" name="Oval 9">
            <a:extLst>
              <a:ext uri="{FF2B5EF4-FFF2-40B4-BE49-F238E27FC236}">
                <a16:creationId xmlns:a16="http://schemas.microsoft.com/office/drawing/2014/main" id="{93B3FAE7-EAE9-10F7-5323-36446090B42F}"/>
              </a:ext>
            </a:extLst>
          </p:cNvPr>
          <p:cNvSpPr/>
          <p:nvPr/>
        </p:nvSpPr>
        <p:spPr>
          <a:xfrm>
            <a:off x="2690029" y="2271419"/>
            <a:ext cx="443025" cy="230372"/>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1448;p152">
            <a:extLst>
              <a:ext uri="{FF2B5EF4-FFF2-40B4-BE49-F238E27FC236}">
                <a16:creationId xmlns:a16="http://schemas.microsoft.com/office/drawing/2014/main" id="{F7D67B31-05DE-EE84-9E31-94516B2630AB}"/>
              </a:ext>
            </a:extLst>
          </p:cNvPr>
          <p:cNvSpPr txBox="1">
            <a:spLocks/>
          </p:cNvSpPr>
          <p:nvPr/>
        </p:nvSpPr>
        <p:spPr>
          <a:xfrm>
            <a:off x="6993710" y="5900026"/>
            <a:ext cx="4850939" cy="20418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03864"/>
              </a:buClr>
              <a:buFont typeface="Arial" panose="020B0604020202020204" pitchFamily="34" charset="0"/>
              <a:buChar char="➔"/>
            </a:pPr>
            <a:r>
              <a:rPr lang="en-NZ" sz="1400">
                <a:latin typeface="Dax bold"/>
              </a:rPr>
              <a:t> Also accessible (and offline) if you synched the document library in your computer</a:t>
            </a:r>
            <a:endParaRPr lang="en-US" sz="1400">
              <a:solidFill>
                <a:srgbClr val="000000"/>
              </a:solidFill>
              <a:latin typeface="Calibri" panose="020F0502020204030204"/>
              <a:cs typeface="Calibri"/>
            </a:endParaRPr>
          </a:p>
        </p:txBody>
      </p:sp>
      <p:sp>
        <p:nvSpPr>
          <p:cNvPr id="11" name="Oval 10">
            <a:extLst>
              <a:ext uri="{FF2B5EF4-FFF2-40B4-BE49-F238E27FC236}">
                <a16:creationId xmlns:a16="http://schemas.microsoft.com/office/drawing/2014/main" id="{6EDF7B53-9385-20DB-9849-F71393E7EF7D}"/>
              </a:ext>
            </a:extLst>
          </p:cNvPr>
          <p:cNvSpPr/>
          <p:nvPr/>
        </p:nvSpPr>
        <p:spPr>
          <a:xfrm>
            <a:off x="9523220" y="3389610"/>
            <a:ext cx="443025" cy="230372"/>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1477;p154">
            <a:extLst>
              <a:ext uri="{FF2B5EF4-FFF2-40B4-BE49-F238E27FC236}">
                <a16:creationId xmlns:a16="http://schemas.microsoft.com/office/drawing/2014/main" id="{7778138C-C77E-F9D5-F228-5A94457C6AA6}"/>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r>
              <a:rPr lang="fr" sz="2800">
                <a:latin typeface="+mj-lt"/>
              </a:rPr>
              <a:t>05</a:t>
            </a:r>
          </a:p>
        </p:txBody>
      </p:sp>
      <p:sp>
        <p:nvSpPr>
          <p:cNvPr id="18" name="Google Shape;1448;p152">
            <a:extLst>
              <a:ext uri="{FF2B5EF4-FFF2-40B4-BE49-F238E27FC236}">
                <a16:creationId xmlns:a16="http://schemas.microsoft.com/office/drawing/2014/main" id="{486EFFF4-421D-CF56-9B0A-5B63383A507D}"/>
              </a:ext>
            </a:extLst>
          </p:cNvPr>
          <p:cNvSpPr txBox="1">
            <a:spLocks/>
          </p:cNvSpPr>
          <p:nvPr/>
        </p:nvSpPr>
        <p:spPr>
          <a:xfrm>
            <a:off x="367409" y="1312621"/>
            <a:ext cx="11098829" cy="227586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sz="1800">
                <a:latin typeface="Arial"/>
                <a:ea typeface="+mn-lt"/>
                <a:cs typeface="Arial"/>
              </a:rPr>
              <a:t>After the SharePoint implementation, the file (same one as inside Teams) will be available in the </a:t>
            </a:r>
            <a:r>
              <a:rPr lang="en-NZ" sz="1800" i="1">
                <a:latin typeface="Arial"/>
                <a:ea typeface="+mn-lt"/>
                <a:cs typeface="Arial"/>
              </a:rPr>
              <a:t>Career Conversation </a:t>
            </a:r>
            <a:r>
              <a:rPr lang="en-NZ" sz="1800">
                <a:latin typeface="Arial"/>
                <a:ea typeface="+mn-lt"/>
                <a:cs typeface="Arial"/>
              </a:rPr>
              <a:t>site.</a:t>
            </a:r>
            <a:endParaRPr lang="en-US"/>
          </a:p>
          <a:p>
            <a:pPr marL="0" indent="0">
              <a:buClr>
                <a:srgbClr val="203864"/>
              </a:buClr>
              <a:buNone/>
            </a:pPr>
            <a:endParaRPr lang="en-NZ" sz="1800">
              <a:latin typeface="Arial"/>
              <a:cs typeface="Arial"/>
            </a:endParaRPr>
          </a:p>
          <a:p>
            <a:pPr>
              <a:buClr>
                <a:srgbClr val="203864"/>
              </a:buClr>
              <a:buFont typeface="Arial" panose="020B0604020202020204" pitchFamily="34" charset="0"/>
              <a:buChar char="➔"/>
            </a:pPr>
            <a:endParaRPr lang="en-NZ" sz="1800">
              <a:latin typeface="Arial"/>
              <a:cs typeface="Arial"/>
            </a:endParaRPr>
          </a:p>
        </p:txBody>
      </p:sp>
    </p:spTree>
    <p:extLst>
      <p:ext uri="{BB962C8B-B14F-4D97-AF65-F5344CB8AC3E}">
        <p14:creationId xmlns:p14="http://schemas.microsoft.com/office/powerpoint/2010/main" val="329326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447"/>
        <p:cNvGrpSpPr/>
        <p:nvPr/>
      </p:nvGrpSpPr>
      <p:grpSpPr>
        <a:xfrm>
          <a:off x="0" y="0"/>
          <a:ext cx="0" cy="0"/>
          <a:chOff x="0" y="0"/>
          <a:chExt cx="0" cy="0"/>
        </a:xfrm>
      </p:grpSpPr>
      <p:sp>
        <p:nvSpPr>
          <p:cNvPr id="4" name="Google Shape;1489;p155">
            <a:extLst>
              <a:ext uri="{FF2B5EF4-FFF2-40B4-BE49-F238E27FC236}">
                <a16:creationId xmlns:a16="http://schemas.microsoft.com/office/drawing/2014/main" id="{CCEC735B-1C25-70CE-323A-D4AA3765A33E}"/>
              </a:ext>
            </a:extLst>
          </p:cNvPr>
          <p:cNvSpPr txBox="1">
            <a:spLocks/>
          </p:cNvSpPr>
          <p:nvPr/>
        </p:nvSpPr>
        <p:spPr>
          <a:xfrm>
            <a:off x="936225" y="329254"/>
            <a:ext cx="6546859" cy="370200"/>
          </a:xfrm>
          <a:prstGeom prst="rect">
            <a:avLst/>
          </a:prstGeom>
        </p:spPr>
        <p:txBody>
          <a:bodyPr spcFirstLastPara="1" vert="horz" wrap="square" lIns="0" tIns="0" rIns="0" bIns="0" rtlCol="0" anchor="t" anchorCtr="0">
            <a:noAutofit/>
          </a:bodyPr>
          <a:lstStyle>
            <a:lvl1pPr marL="0" marR="0" lvl="0" indent="-93131" algn="l" defTabSz="914400" rtl="0" eaLnBrk="1" latinLnBrk="0" hangingPunct="1">
              <a:lnSpc>
                <a:spcPct val="100000"/>
              </a:lnSpc>
              <a:spcBef>
                <a:spcPts val="0"/>
              </a:spcBef>
              <a:spcAft>
                <a:spcPts val="0"/>
              </a:spcAft>
              <a:buSzPts val="1100"/>
              <a:buFont typeface="Arial" panose="020B0604020202020204" pitchFamily="34" charset="0"/>
              <a:buNone/>
              <a:defRPr sz="1467" b="0" kern="1200">
                <a:solidFill>
                  <a:schemeClr val="tx1"/>
                </a:solidFill>
                <a:latin typeface="+mn-lt"/>
                <a:ea typeface="+mn-ea"/>
                <a:cs typeface="+mn-cs"/>
              </a:defRPr>
            </a:lvl1pPr>
            <a:lvl2pPr marL="685800" lvl="1" indent="-228600" algn="l" defTabSz="914400" rtl="0" eaLnBrk="1" latinLnBrk="0" hangingPunct="1">
              <a:lnSpc>
                <a:spcPct val="90000"/>
              </a:lnSpc>
              <a:spcBef>
                <a:spcPts val="1467"/>
              </a:spcBef>
              <a:spcAft>
                <a:spcPts val="0"/>
              </a:spcAft>
              <a:buSzPts val="1100"/>
              <a:buFont typeface="Montserrat"/>
              <a:buNone/>
              <a:defRPr sz="2400" kern="1200">
                <a:solidFill>
                  <a:schemeClr val="tx1"/>
                </a:solidFill>
                <a:latin typeface="Montserrat"/>
                <a:ea typeface="Montserrat"/>
                <a:cs typeface="Montserrat"/>
                <a:sym typeface="Montserrat"/>
              </a:defRPr>
            </a:lvl2pPr>
            <a:lvl3pPr marL="1143000" lvl="2" indent="-228600" algn="l" defTabSz="914400" rtl="0" eaLnBrk="1" latinLnBrk="0" hangingPunct="1">
              <a:lnSpc>
                <a:spcPct val="90000"/>
              </a:lnSpc>
              <a:spcBef>
                <a:spcPts val="1467"/>
              </a:spcBef>
              <a:spcAft>
                <a:spcPts val="0"/>
              </a:spcAft>
              <a:buSzPts val="11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1467"/>
              </a:spcBef>
              <a:spcAft>
                <a:spcPts val="1467"/>
              </a:spcAft>
              <a:buSzPts val="1100"/>
              <a:buFont typeface="Arial" panose="020B0604020202020204" pitchFamily="34" charset="0"/>
              <a:buNone/>
              <a:defRPr sz="1800" kern="1200">
                <a:solidFill>
                  <a:schemeClr val="tx1"/>
                </a:solidFill>
                <a:latin typeface="+mn-lt"/>
                <a:ea typeface="+mn-ea"/>
                <a:cs typeface="+mn-cs"/>
              </a:defRPr>
            </a:lvl9pPr>
          </a:lstStyle>
          <a:p>
            <a:pPr indent="-92710"/>
            <a:r>
              <a:rPr lang="en-US" sz="2800">
                <a:solidFill>
                  <a:srgbClr val="000066"/>
                </a:solidFill>
                <a:latin typeface="+mj-lt"/>
              </a:rPr>
              <a:t>Technical Tips </a:t>
            </a:r>
            <a:endParaRPr lang="en-US"/>
          </a:p>
        </p:txBody>
      </p:sp>
      <p:pic>
        <p:nvPicPr>
          <p:cNvPr id="7" name="Image 1" descr="Une image contenant Graphique, Police, graphisme, conception&#10;&#10;Description générée automatiquement">
            <a:extLst>
              <a:ext uri="{FF2B5EF4-FFF2-40B4-BE49-F238E27FC236}">
                <a16:creationId xmlns:a16="http://schemas.microsoft.com/office/drawing/2014/main" id="{CE7BBB71-F184-4C2C-22F1-561CCB11787B}"/>
              </a:ext>
            </a:extLst>
          </p:cNvPr>
          <p:cNvPicPr>
            <a:picLocks noChangeAspect="1"/>
          </p:cNvPicPr>
          <p:nvPr/>
        </p:nvPicPr>
        <p:blipFill>
          <a:blip r:embed="rId3"/>
          <a:stretch>
            <a:fillRect/>
          </a:stretch>
        </p:blipFill>
        <p:spPr>
          <a:xfrm>
            <a:off x="9780608" y="283343"/>
            <a:ext cx="2081842" cy="629202"/>
          </a:xfrm>
          <a:prstGeom prst="rect">
            <a:avLst/>
          </a:prstGeom>
        </p:spPr>
      </p:pic>
      <p:sp>
        <p:nvSpPr>
          <p:cNvPr id="8" name="Google Shape;1448;p152">
            <a:extLst>
              <a:ext uri="{FF2B5EF4-FFF2-40B4-BE49-F238E27FC236}">
                <a16:creationId xmlns:a16="http://schemas.microsoft.com/office/drawing/2014/main" id="{542FFAF1-CB65-1591-4C2C-4027F87033CC}"/>
              </a:ext>
            </a:extLst>
          </p:cNvPr>
          <p:cNvSpPr txBox="1">
            <a:spLocks/>
          </p:cNvSpPr>
          <p:nvPr/>
        </p:nvSpPr>
        <p:spPr>
          <a:xfrm>
            <a:off x="742662" y="1071116"/>
            <a:ext cx="8436171" cy="542822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Accessing and Using the Document:</a:t>
            </a:r>
            <a:endParaRPr lang="en-US" sz="1400" dirty="0"/>
          </a:p>
          <a:p>
            <a:pPr lvl="1"/>
            <a:r>
              <a:rPr lang="en-US" sz="1400" b="1" dirty="0"/>
              <a:t>Accessing the Document: </a:t>
            </a:r>
            <a:r>
              <a:rPr lang="en-US" sz="1400" dirty="0"/>
              <a:t>Before SharePoint, Margaux will invite you to a Teams Chat and will include your CC as a file.</a:t>
            </a:r>
            <a:r>
              <a:rPr lang="en-US" sz="1400" dirty="0">
                <a:cs typeface="Calibri"/>
              </a:rPr>
              <a:t> </a:t>
            </a:r>
            <a:r>
              <a:rPr lang="en-US" sz="1400" dirty="0"/>
              <a:t>When SharePoint is live, you will find your Career Conversation document in the SharePoint site </a:t>
            </a:r>
            <a:endParaRPr lang="en-US" sz="1400" dirty="0">
              <a:cs typeface="Calibri"/>
            </a:endParaRPr>
          </a:p>
          <a:p>
            <a:pPr lvl="1"/>
            <a:r>
              <a:rPr lang="en-US" sz="1400" b="1" dirty="0"/>
              <a:t>Review and Adjust:</a:t>
            </a:r>
            <a:r>
              <a:rPr lang="en-US" sz="1400" dirty="0"/>
              <a:t> Some cells may be pre-filled from the previous year to make your experience smoother. Please review and adjust as needed by deleting or rewriting.</a:t>
            </a:r>
            <a:endParaRPr lang="en-US" sz="1400" dirty="0">
              <a:ea typeface="Calibri"/>
              <a:cs typeface="Calibri"/>
            </a:endParaRPr>
          </a:p>
          <a:p>
            <a:pPr lvl="1"/>
            <a:r>
              <a:rPr lang="en-US" sz="1400" b="1" dirty="0"/>
              <a:t>Frequent Updates:</a:t>
            </a:r>
            <a:r>
              <a:rPr lang="en-US" sz="1400" dirty="0"/>
              <a:t> Catchups are twice a year, but feel free to have more frequent catch-up sessions. Simply add lines to document your conversations.</a:t>
            </a:r>
            <a:endParaRPr lang="en-US" sz="1400" dirty="0">
              <a:ea typeface="Calibri"/>
              <a:cs typeface="Calibri"/>
            </a:endParaRPr>
          </a:p>
          <a:p>
            <a:pPr lvl="1"/>
            <a:r>
              <a:rPr lang="en-US" sz="1400" b="1" dirty="0"/>
              <a:t>Accessing Future Years:</a:t>
            </a:r>
            <a:r>
              <a:rPr lang="en-US" sz="1400" dirty="0"/>
              <a:t> When you need to access the document for 2025, simply unhide the corresponding pages.</a:t>
            </a:r>
            <a:endParaRPr lang="en-US" sz="1400" dirty="0">
              <a:ea typeface="Calibri"/>
              <a:cs typeface="Calibri"/>
            </a:endParaRPr>
          </a:p>
          <a:p>
            <a:pPr lvl="1"/>
            <a:r>
              <a:rPr lang="en-US" sz="1400" b="1" dirty="0"/>
              <a:t>Promotions:</a:t>
            </a:r>
            <a:r>
              <a:rPr lang="en-US" sz="1400" dirty="0"/>
              <a:t> If you get promoted, utilize the Ramp Up page for a smooth transition.</a:t>
            </a:r>
            <a:endParaRPr lang="en-US" sz="1400" dirty="0">
              <a:ea typeface="Calibri"/>
              <a:cs typeface="Calibri"/>
            </a:endParaRPr>
          </a:p>
          <a:p>
            <a:pPr lvl="1"/>
            <a:endParaRPr lang="en-US" sz="1400">
              <a:ea typeface="Calibri"/>
              <a:cs typeface="Calibri"/>
            </a:endParaRPr>
          </a:p>
          <a:p>
            <a:pPr marL="0" indent="0">
              <a:buNone/>
            </a:pPr>
            <a:r>
              <a:rPr lang="en-US" sz="1400" b="1" dirty="0"/>
              <a:t>Collaborative Working:</a:t>
            </a:r>
            <a:endParaRPr lang="en-US" sz="1400" b="1" dirty="0">
              <a:cs typeface="Calibri"/>
            </a:endParaRPr>
          </a:p>
          <a:p>
            <a:pPr lvl="1"/>
            <a:r>
              <a:rPr lang="en-US" sz="1400" b="1" dirty="0"/>
              <a:t>Collaborative Editing:</a:t>
            </a:r>
            <a:r>
              <a:rPr lang="en-US" sz="1400" dirty="0"/>
              <a:t> Ensure that everybody involved can edit the document to facilitate collaboration and updates.</a:t>
            </a:r>
            <a:endParaRPr lang="en-US" sz="1400" dirty="0">
              <a:ea typeface="Calibri"/>
              <a:cs typeface="Calibri"/>
            </a:endParaRPr>
          </a:p>
          <a:p>
            <a:pPr lvl="1"/>
            <a:r>
              <a:rPr lang="en-US" sz="1400" b="1" dirty="0"/>
              <a:t>Formatting Text:</a:t>
            </a:r>
            <a:r>
              <a:rPr lang="en-US" sz="1400" dirty="0"/>
              <a:t> To add a line break within a cell, use ALT+ENTER.</a:t>
            </a:r>
            <a:endParaRPr lang="en-US" sz="1400" dirty="0">
              <a:ea typeface="Calibri"/>
              <a:cs typeface="Calibri"/>
            </a:endParaRPr>
          </a:p>
          <a:p>
            <a:pPr lvl="1"/>
            <a:r>
              <a:rPr lang="en-US" sz="1400" b="1" dirty="0"/>
              <a:t>Document Access:</a:t>
            </a:r>
            <a:r>
              <a:rPr lang="en-US" sz="1400" dirty="0"/>
              <a:t> </a:t>
            </a:r>
            <a:r>
              <a:rPr lang="en-US" sz="1400" b="1" dirty="0">
                <a:solidFill>
                  <a:srgbClr val="FF0000"/>
                </a:solidFill>
              </a:rPr>
              <a:t>Don’t download the document. </a:t>
            </a:r>
            <a:r>
              <a:rPr lang="en-US" sz="1400" dirty="0"/>
              <a:t>Work on it directly in Teams or SharePoint. This ensures that all changes are immediately accessible to all parties and maintains the integrity of the Dashboard.</a:t>
            </a:r>
            <a:endParaRPr lang="en-US" sz="1400" dirty="0">
              <a:ea typeface="Calibri"/>
              <a:cs typeface="Calibri"/>
            </a:endParaRPr>
          </a:p>
          <a:p>
            <a:pPr lvl="1"/>
            <a:r>
              <a:rPr lang="en-US" sz="1400" b="1" dirty="0"/>
              <a:t>Document Structure:</a:t>
            </a:r>
            <a:r>
              <a:rPr lang="en-US" sz="1400" dirty="0"/>
              <a:t> </a:t>
            </a:r>
            <a:r>
              <a:rPr lang="en-US" sz="1400" b="1" dirty="0">
                <a:solidFill>
                  <a:srgbClr val="FF0000"/>
                </a:solidFill>
              </a:rPr>
              <a:t>Do not modify the Excel structure, </a:t>
            </a:r>
            <a:r>
              <a:rPr lang="en-US" sz="1400" dirty="0"/>
              <a:t>as it could disrupt the functionality of the dashboard.</a:t>
            </a:r>
            <a:endParaRPr lang="en-US" sz="1400" dirty="0">
              <a:ea typeface="Calibri"/>
              <a:cs typeface="Calibri"/>
            </a:endParaRPr>
          </a:p>
          <a:p>
            <a:pPr marL="0" indent="0">
              <a:buNone/>
            </a:pPr>
            <a:endParaRPr lang="en-US" sz="2400">
              <a:latin typeface="Calibri"/>
              <a:ea typeface="Calibri"/>
              <a:cs typeface="Calibri"/>
            </a:endParaRPr>
          </a:p>
          <a:p>
            <a:pPr marL="837565" lvl="1">
              <a:buClr>
                <a:srgbClr val="767171"/>
              </a:buClr>
              <a:buFont typeface="Arial" panose="020B0604020202020204" pitchFamily="34" charset="0"/>
              <a:buChar char="➔"/>
            </a:pPr>
            <a:endParaRPr lang="en-NZ" sz="1400">
              <a:latin typeface="Dax bold"/>
              <a:cs typeface="Arial"/>
            </a:endParaRPr>
          </a:p>
          <a:p>
            <a:pPr>
              <a:buFont typeface="Arial,Sans-Serif"/>
              <a:buChar char="➔"/>
            </a:pPr>
            <a:endParaRPr lang="en-NZ" sz="1400">
              <a:latin typeface="Arial"/>
              <a:cs typeface="Arial"/>
            </a:endParaRPr>
          </a:p>
        </p:txBody>
      </p:sp>
      <p:sp>
        <p:nvSpPr>
          <p:cNvPr id="9" name="Slide Number Placeholder 8">
            <a:extLst>
              <a:ext uri="{FF2B5EF4-FFF2-40B4-BE49-F238E27FC236}">
                <a16:creationId xmlns:a16="http://schemas.microsoft.com/office/drawing/2014/main" id="{AB326C92-350B-2452-D09C-A01876C29F7A}"/>
              </a:ext>
            </a:extLst>
          </p:cNvPr>
          <p:cNvSpPr>
            <a:spLocks noGrp="1"/>
          </p:cNvSpPr>
          <p:nvPr>
            <p:ph type="sldNum" idx="12"/>
          </p:nvPr>
        </p:nvSpPr>
        <p:spPr/>
        <p:txBody>
          <a:bodyPr/>
          <a:lstStyle/>
          <a:p>
            <a:fld id="{00000000-1234-1234-1234-123412341234}" type="slidenum">
              <a:rPr lang="fr" smtClean="0"/>
              <a:pPr/>
              <a:t>5</a:t>
            </a:fld>
            <a:endParaRPr lang="fr"/>
          </a:p>
        </p:txBody>
      </p:sp>
      <p:grpSp>
        <p:nvGrpSpPr>
          <p:cNvPr id="14" name="Group 13">
            <a:extLst>
              <a:ext uri="{FF2B5EF4-FFF2-40B4-BE49-F238E27FC236}">
                <a16:creationId xmlns:a16="http://schemas.microsoft.com/office/drawing/2014/main" id="{E41C3A1A-50D6-549F-008B-B6A36F31D3F9}"/>
              </a:ext>
            </a:extLst>
          </p:cNvPr>
          <p:cNvGrpSpPr/>
          <p:nvPr/>
        </p:nvGrpSpPr>
        <p:grpSpPr>
          <a:xfrm>
            <a:off x="2540000" y="6512521"/>
            <a:ext cx="8960627" cy="445200"/>
            <a:chOff x="2438400" y="6276275"/>
            <a:chExt cx="8960627" cy="445200"/>
          </a:xfrm>
        </p:grpSpPr>
        <p:sp>
          <p:nvSpPr>
            <p:cNvPr id="12" name="Slide Number Placeholder 2">
              <a:extLst>
                <a:ext uri="{FF2B5EF4-FFF2-40B4-BE49-F238E27FC236}">
                  <a16:creationId xmlns:a16="http://schemas.microsoft.com/office/drawing/2014/main" id="{5241A531-6457-FA7A-BCAC-2BB4FCA99AC7}"/>
                </a:ext>
              </a:extLst>
            </p:cNvPr>
            <p:cNvSpPr txBox="1">
              <a:spLocks/>
            </p:cNvSpPr>
            <p:nvPr/>
          </p:nvSpPr>
          <p:spPr>
            <a:xfrm>
              <a:off x="8655827" y="6356350"/>
              <a:ext cx="2743200" cy="365125"/>
            </a:xfrm>
            <a:prstGeom prst="rect">
              <a:avLst/>
            </a:prstGeom>
          </p:spPr>
          <p:txBody>
            <a:bodyPr spcFirstLastPara="1" vert="horz" wrap="square" lIns="0" tIns="0" rIns="0" bIns="0" rtlCol="0" anchor="t" anchorCtr="0">
              <a:noAutofit/>
            </a:bodyPr>
            <a:lstStyle>
              <a:defPPr>
                <a:defRPr lang="fr-FR"/>
              </a:defPPr>
              <a:lvl1pPr marL="0" marR="0" lvl="0" indent="0" algn="r" defTabSz="914400" rtl="0" eaLnBrk="1" latinLnBrk="0" hangingPunct="1">
                <a:lnSpc>
                  <a:spcPct val="100000"/>
                </a:lnSpc>
                <a:spcBef>
                  <a:spcPts val="0"/>
                </a:spcBef>
                <a:spcAft>
                  <a:spcPts val="0"/>
                </a:spcAft>
                <a:buNone/>
                <a:defRPr sz="1200" kern="1200">
                  <a:solidFill>
                    <a:schemeClr val="lt1"/>
                  </a:solidFill>
                  <a:latin typeface="+mn-lt"/>
                  <a:ea typeface="+mn-ea"/>
                  <a:cs typeface="+mn-cs"/>
                </a:defRPr>
              </a:lvl1pPr>
              <a:lvl2pPr marL="0" marR="0" lvl="1"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2pPr>
              <a:lvl3pPr marL="0" marR="0" lvl="2"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3pPr>
              <a:lvl4pPr marL="0" marR="0" lvl="3"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4pPr>
              <a:lvl5pPr marL="0" marR="0" lvl="4"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5pPr>
              <a:lvl6pPr marL="0" marR="0" lvl="5"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6pPr>
              <a:lvl7pPr marL="0" marR="0" lvl="6"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7pPr>
              <a:lvl8pPr marL="0" marR="0" lvl="7"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8pPr>
              <a:lvl9pPr marL="0" marR="0" lvl="8"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9pPr>
            </a:lstStyle>
            <a:p>
              <a:fld id="{5884F69F-128C-4CC4-9CCD-12CEF3AE4F22}" type="slidenum">
                <a:rPr lang="en-NZ" smtClean="0">
                  <a:solidFill>
                    <a:schemeClr val="tx1">
                      <a:lumMod val="50000"/>
                      <a:lumOff val="50000"/>
                    </a:schemeClr>
                  </a:solidFill>
                </a:rPr>
                <a:pPr/>
                <a:t>5</a:t>
              </a:fld>
              <a:endParaRPr lang="en-NZ">
                <a:solidFill>
                  <a:schemeClr val="tx1">
                    <a:lumMod val="50000"/>
                    <a:lumOff val="50000"/>
                  </a:schemeClr>
                </a:solidFill>
              </a:endParaRPr>
            </a:p>
          </p:txBody>
        </p:sp>
        <p:sp>
          <p:nvSpPr>
            <p:cNvPr id="13" name="Footer Placeholder 1">
              <a:extLst>
                <a:ext uri="{FF2B5EF4-FFF2-40B4-BE49-F238E27FC236}">
                  <a16:creationId xmlns:a16="http://schemas.microsoft.com/office/drawing/2014/main" id="{929BDD53-B48A-E31E-C471-5CC600E8E1EA}"/>
                </a:ext>
              </a:extLst>
            </p:cNvPr>
            <p:cNvSpPr txBox="1">
              <a:spLocks/>
            </p:cNvSpPr>
            <p:nvPr/>
          </p:nvSpPr>
          <p:spPr>
            <a:xfrm>
              <a:off x="2438400" y="6276275"/>
              <a:ext cx="6502400" cy="365125"/>
            </a:xfrm>
            <a:prstGeom prst="rect">
              <a:avLst/>
            </a:prstGeom>
          </p:spPr>
          <p:txBody>
            <a:bodyPr lIns="91440" tIns="45720" rIns="91440" bIns="4572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NZ" sz="1200">
                  <a:solidFill>
                    <a:schemeClr val="tx1">
                      <a:lumMod val="50000"/>
                      <a:lumOff val="50000"/>
                    </a:schemeClr>
                  </a:solidFill>
                </a:rPr>
                <a:t>Career Conversation 2.0</a:t>
              </a:r>
              <a:endParaRPr lang="en-US">
                <a:solidFill>
                  <a:schemeClr val="tx1">
                    <a:lumMod val="50000"/>
                    <a:lumOff val="50000"/>
                  </a:schemeClr>
                </a:solidFill>
              </a:endParaRPr>
            </a:p>
          </p:txBody>
        </p:sp>
      </p:grpSp>
      <p:pic>
        <p:nvPicPr>
          <p:cNvPr id="5" name="Picture 4">
            <a:extLst>
              <a:ext uri="{FF2B5EF4-FFF2-40B4-BE49-F238E27FC236}">
                <a16:creationId xmlns:a16="http://schemas.microsoft.com/office/drawing/2014/main" id="{E9C23485-E3FD-5200-AFF8-E191A6E4543D}"/>
              </a:ext>
            </a:extLst>
          </p:cNvPr>
          <p:cNvPicPr>
            <a:picLocks noChangeAspect="1"/>
          </p:cNvPicPr>
          <p:nvPr/>
        </p:nvPicPr>
        <p:blipFill>
          <a:blip r:embed="rId4"/>
          <a:stretch>
            <a:fillRect/>
          </a:stretch>
        </p:blipFill>
        <p:spPr>
          <a:xfrm>
            <a:off x="9577270" y="2578392"/>
            <a:ext cx="2285180" cy="3186068"/>
          </a:xfrm>
          <a:prstGeom prst="rect">
            <a:avLst/>
          </a:prstGeom>
        </p:spPr>
      </p:pic>
      <p:cxnSp>
        <p:nvCxnSpPr>
          <p:cNvPr id="10" name="Straight Arrow Connector 9">
            <a:extLst>
              <a:ext uri="{FF2B5EF4-FFF2-40B4-BE49-F238E27FC236}">
                <a16:creationId xmlns:a16="http://schemas.microsoft.com/office/drawing/2014/main" id="{7B76F0E5-B6E2-3892-964C-C59769E3DA90}"/>
              </a:ext>
            </a:extLst>
          </p:cNvPr>
          <p:cNvCxnSpPr>
            <a:cxnSpLocks/>
          </p:cNvCxnSpPr>
          <p:nvPr/>
        </p:nvCxnSpPr>
        <p:spPr>
          <a:xfrm>
            <a:off x="8906197" y="4936323"/>
            <a:ext cx="8744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Google Shape;1477;p154">
            <a:extLst>
              <a:ext uri="{FF2B5EF4-FFF2-40B4-BE49-F238E27FC236}">
                <a16:creationId xmlns:a16="http://schemas.microsoft.com/office/drawing/2014/main" id="{FC2022B8-ED6F-22DB-50B0-15A274DEA20C}"/>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r>
              <a:rPr lang="fr" sz="2800">
                <a:latin typeface="+mj-lt"/>
              </a:rPr>
              <a:t>06</a:t>
            </a:r>
          </a:p>
        </p:txBody>
      </p:sp>
    </p:spTree>
    <p:extLst>
      <p:ext uri="{BB962C8B-B14F-4D97-AF65-F5344CB8AC3E}">
        <p14:creationId xmlns:p14="http://schemas.microsoft.com/office/powerpoint/2010/main" val="2315295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sp>
        <p:nvSpPr>
          <p:cNvPr id="4" name="Google Shape;1489;p155">
            <a:extLst>
              <a:ext uri="{FF2B5EF4-FFF2-40B4-BE49-F238E27FC236}">
                <a16:creationId xmlns:a16="http://schemas.microsoft.com/office/drawing/2014/main" id="{CCEC735B-1C25-70CE-323A-D4AA3765A33E}"/>
              </a:ext>
            </a:extLst>
          </p:cNvPr>
          <p:cNvSpPr txBox="1">
            <a:spLocks/>
          </p:cNvSpPr>
          <p:nvPr/>
        </p:nvSpPr>
        <p:spPr>
          <a:xfrm>
            <a:off x="893416" y="2829299"/>
            <a:ext cx="6546859" cy="370200"/>
          </a:xfrm>
          <a:prstGeom prst="rect">
            <a:avLst/>
          </a:prstGeom>
        </p:spPr>
        <p:txBody>
          <a:bodyPr spcFirstLastPara="1" vert="horz" wrap="square" lIns="0" tIns="0" rIns="0" bIns="0" rtlCol="0" anchor="t" anchorCtr="0">
            <a:noAutofit/>
          </a:bodyPr>
          <a:lstStyle>
            <a:lvl1pPr marL="0" marR="0" lvl="0" indent="-93131" algn="l" defTabSz="914400" rtl="0" eaLnBrk="1" latinLnBrk="0" hangingPunct="1">
              <a:lnSpc>
                <a:spcPct val="100000"/>
              </a:lnSpc>
              <a:spcBef>
                <a:spcPts val="0"/>
              </a:spcBef>
              <a:spcAft>
                <a:spcPts val="0"/>
              </a:spcAft>
              <a:buSzPts val="1100"/>
              <a:buFont typeface="Arial" panose="020B0604020202020204" pitchFamily="34" charset="0"/>
              <a:buNone/>
              <a:defRPr sz="1467" b="0" kern="1200">
                <a:solidFill>
                  <a:schemeClr val="tx1"/>
                </a:solidFill>
                <a:latin typeface="+mn-lt"/>
                <a:ea typeface="+mn-ea"/>
                <a:cs typeface="+mn-cs"/>
              </a:defRPr>
            </a:lvl1pPr>
            <a:lvl2pPr marL="685800" lvl="1" indent="-228600" algn="l" defTabSz="914400" rtl="0" eaLnBrk="1" latinLnBrk="0" hangingPunct="1">
              <a:lnSpc>
                <a:spcPct val="90000"/>
              </a:lnSpc>
              <a:spcBef>
                <a:spcPts val="1467"/>
              </a:spcBef>
              <a:spcAft>
                <a:spcPts val="0"/>
              </a:spcAft>
              <a:buSzPts val="1100"/>
              <a:buFont typeface="Montserrat"/>
              <a:buNone/>
              <a:defRPr sz="2400" kern="1200">
                <a:solidFill>
                  <a:schemeClr val="tx1"/>
                </a:solidFill>
                <a:latin typeface="Montserrat"/>
                <a:ea typeface="Montserrat"/>
                <a:cs typeface="Montserrat"/>
                <a:sym typeface="Montserrat"/>
              </a:defRPr>
            </a:lvl2pPr>
            <a:lvl3pPr marL="1143000" lvl="2" indent="-228600" algn="l" defTabSz="914400" rtl="0" eaLnBrk="1" latinLnBrk="0" hangingPunct="1">
              <a:lnSpc>
                <a:spcPct val="90000"/>
              </a:lnSpc>
              <a:spcBef>
                <a:spcPts val="1467"/>
              </a:spcBef>
              <a:spcAft>
                <a:spcPts val="0"/>
              </a:spcAft>
              <a:buSzPts val="11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1467"/>
              </a:spcBef>
              <a:spcAft>
                <a:spcPts val="0"/>
              </a:spcAft>
              <a:buSzPts val="11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1467"/>
              </a:spcBef>
              <a:spcAft>
                <a:spcPts val="1467"/>
              </a:spcAft>
              <a:buSzPts val="1100"/>
              <a:buFont typeface="Arial" panose="020B0604020202020204" pitchFamily="34" charset="0"/>
              <a:buNone/>
              <a:defRPr sz="1800" kern="1200">
                <a:solidFill>
                  <a:schemeClr val="tx1"/>
                </a:solidFill>
                <a:latin typeface="+mn-lt"/>
                <a:ea typeface="+mn-ea"/>
                <a:cs typeface="+mn-cs"/>
              </a:defRPr>
            </a:lvl9pPr>
          </a:lstStyle>
          <a:p>
            <a:pPr indent="-92710"/>
            <a:r>
              <a:rPr lang="en-US" sz="2800">
                <a:solidFill>
                  <a:srgbClr val="000066"/>
                </a:solidFill>
                <a:latin typeface="+mj-lt"/>
              </a:rPr>
              <a:t>Questions / Feedback?</a:t>
            </a:r>
          </a:p>
          <a:p>
            <a:pPr indent="-92710"/>
            <a:endParaRPr lang="en-US" sz="2800">
              <a:solidFill>
                <a:srgbClr val="000066"/>
              </a:solidFill>
              <a:latin typeface="+mj-lt"/>
            </a:endParaRPr>
          </a:p>
          <a:p>
            <a:pPr indent="-92710"/>
            <a:r>
              <a:rPr lang="en-US" sz="2800">
                <a:solidFill>
                  <a:srgbClr val="000066"/>
                </a:solidFill>
                <a:latin typeface="+mj-lt"/>
              </a:rPr>
              <a:t>				@Marie </a:t>
            </a:r>
          </a:p>
          <a:p>
            <a:pPr indent="-92710"/>
            <a:r>
              <a:rPr lang="en-US" sz="2800">
                <a:solidFill>
                  <a:srgbClr val="000066"/>
                </a:solidFill>
                <a:latin typeface="+mj-lt"/>
              </a:rPr>
              <a:t>				@Margaux</a:t>
            </a:r>
            <a:endParaRPr lang="en-US"/>
          </a:p>
        </p:txBody>
      </p:sp>
      <p:sp>
        <p:nvSpPr>
          <p:cNvPr id="6" name="Google Shape;1477;p154">
            <a:extLst>
              <a:ext uri="{FF2B5EF4-FFF2-40B4-BE49-F238E27FC236}">
                <a16:creationId xmlns:a16="http://schemas.microsoft.com/office/drawing/2014/main" id="{7C817774-765C-18E6-DCC5-7A7B75AA225F}"/>
              </a:ext>
            </a:extLst>
          </p:cNvPr>
          <p:cNvSpPr txBox="1">
            <a:spLocks/>
          </p:cNvSpPr>
          <p:nvPr/>
        </p:nvSpPr>
        <p:spPr>
          <a:xfrm>
            <a:off x="367693" y="547493"/>
            <a:ext cx="424533" cy="96111"/>
          </a:xfrm>
          <a:prstGeom prst="rect">
            <a:avLst/>
          </a:prstGeom>
          <a:solidFill>
            <a:srgbClr val="3CCCB4"/>
          </a:solidFill>
        </p:spPr>
        <p:txBody>
          <a:bodyPr spcFirstLastPara="1" vert="horz" wrap="square" lIns="0" tIns="0" rIns="0" bIns="0" rtlCol="0" anchor="t" anchorCtr="0">
            <a:noAutofit/>
          </a:bodyPr>
          <a:lstStyle>
            <a:lvl1pPr marR="0" lvl="0" indent="0">
              <a:lnSpc>
                <a:spcPct val="30000"/>
              </a:lnSpc>
              <a:spcBef>
                <a:spcPts val="0"/>
              </a:spcBef>
              <a:spcAft>
                <a:spcPts val="0"/>
              </a:spcAft>
              <a:buClr>
                <a:srgbClr val="0A2D82"/>
              </a:buClr>
              <a:buSzPts val="1500"/>
              <a:buFont typeface="Montserrat"/>
              <a:buNone/>
              <a:defRPr sz="2000" b="1">
                <a:solidFill>
                  <a:srgbClr val="0A2D82"/>
                </a:solidFill>
                <a:latin typeface="Montserrat"/>
                <a:ea typeface="Montserrat"/>
                <a:cs typeface="Montserrat"/>
                <a:sym typeface="Montserrat"/>
              </a:defRPr>
            </a:lvl1pPr>
            <a:lvl2pPr lvl="1">
              <a:lnSpc>
                <a:spcPct val="30000"/>
              </a:lnSpc>
              <a:spcBef>
                <a:spcPts val="0"/>
              </a:spcBef>
              <a:spcAft>
                <a:spcPts val="0"/>
              </a:spcAft>
              <a:buSzPts val="1500"/>
              <a:buFont typeface="Montserrat"/>
              <a:buNone/>
              <a:defRPr sz="2000" b="1">
                <a:latin typeface="Montserrat"/>
                <a:ea typeface="Montserrat"/>
                <a:cs typeface="Montserrat"/>
                <a:sym typeface="Montserrat"/>
              </a:defRPr>
            </a:lvl2pPr>
            <a:lvl3pPr lvl="2">
              <a:lnSpc>
                <a:spcPct val="30000"/>
              </a:lnSpc>
              <a:spcBef>
                <a:spcPts val="0"/>
              </a:spcBef>
              <a:spcAft>
                <a:spcPts val="0"/>
              </a:spcAft>
              <a:buSzPts val="1500"/>
              <a:buFont typeface="Montserrat"/>
              <a:buNone/>
              <a:defRPr sz="2000" b="1">
                <a:latin typeface="Montserrat"/>
                <a:ea typeface="Montserrat"/>
                <a:cs typeface="Montserrat"/>
                <a:sym typeface="Montserrat"/>
              </a:defRPr>
            </a:lvl3pPr>
            <a:lvl4pPr lvl="3">
              <a:lnSpc>
                <a:spcPct val="30000"/>
              </a:lnSpc>
              <a:spcBef>
                <a:spcPts val="0"/>
              </a:spcBef>
              <a:spcAft>
                <a:spcPts val="0"/>
              </a:spcAft>
              <a:buSzPts val="1500"/>
              <a:buFont typeface="Montserrat"/>
              <a:buNone/>
              <a:defRPr sz="2000" b="1">
                <a:latin typeface="Montserrat"/>
                <a:ea typeface="Montserrat"/>
                <a:cs typeface="Montserrat"/>
                <a:sym typeface="Montserrat"/>
              </a:defRPr>
            </a:lvl4pPr>
            <a:lvl5pPr lvl="4">
              <a:lnSpc>
                <a:spcPct val="30000"/>
              </a:lnSpc>
              <a:spcBef>
                <a:spcPts val="0"/>
              </a:spcBef>
              <a:spcAft>
                <a:spcPts val="0"/>
              </a:spcAft>
              <a:buSzPts val="1500"/>
              <a:buFont typeface="Montserrat"/>
              <a:buNone/>
              <a:defRPr sz="2000" b="1">
                <a:latin typeface="Montserrat"/>
                <a:ea typeface="Montserrat"/>
                <a:cs typeface="Montserrat"/>
                <a:sym typeface="Montserrat"/>
              </a:defRPr>
            </a:lvl5pPr>
            <a:lvl6pPr lvl="5">
              <a:lnSpc>
                <a:spcPct val="30000"/>
              </a:lnSpc>
              <a:spcBef>
                <a:spcPts val="0"/>
              </a:spcBef>
              <a:spcAft>
                <a:spcPts val="0"/>
              </a:spcAft>
              <a:buSzPts val="1500"/>
              <a:buFont typeface="Montserrat"/>
              <a:buNone/>
              <a:defRPr sz="2000" b="1">
                <a:latin typeface="Montserrat"/>
                <a:ea typeface="Montserrat"/>
                <a:cs typeface="Montserrat"/>
                <a:sym typeface="Montserrat"/>
              </a:defRPr>
            </a:lvl6pPr>
            <a:lvl7pPr lvl="6">
              <a:lnSpc>
                <a:spcPct val="30000"/>
              </a:lnSpc>
              <a:spcBef>
                <a:spcPts val="0"/>
              </a:spcBef>
              <a:spcAft>
                <a:spcPts val="0"/>
              </a:spcAft>
              <a:buSzPts val="1500"/>
              <a:buFont typeface="Montserrat"/>
              <a:buNone/>
              <a:defRPr sz="2000" b="1">
                <a:latin typeface="Montserrat"/>
                <a:ea typeface="Montserrat"/>
                <a:cs typeface="Montserrat"/>
                <a:sym typeface="Montserrat"/>
              </a:defRPr>
            </a:lvl7pPr>
            <a:lvl8pPr lvl="7">
              <a:lnSpc>
                <a:spcPct val="30000"/>
              </a:lnSpc>
              <a:spcBef>
                <a:spcPts val="0"/>
              </a:spcBef>
              <a:spcAft>
                <a:spcPts val="0"/>
              </a:spcAft>
              <a:buSzPts val="1500"/>
              <a:buFont typeface="Montserrat"/>
              <a:buNone/>
              <a:defRPr sz="2000" b="1">
                <a:latin typeface="Montserrat"/>
                <a:ea typeface="Montserrat"/>
                <a:cs typeface="Montserrat"/>
                <a:sym typeface="Montserrat"/>
              </a:defRPr>
            </a:lvl8pPr>
            <a:lvl9pPr lvl="8">
              <a:lnSpc>
                <a:spcPct val="30000"/>
              </a:lnSpc>
              <a:spcBef>
                <a:spcPts val="0"/>
              </a:spcBef>
              <a:spcAft>
                <a:spcPts val="0"/>
              </a:spcAft>
              <a:buSzPts val="1500"/>
              <a:buFont typeface="Montserrat"/>
              <a:buNone/>
              <a:defRPr sz="2000" b="1">
                <a:latin typeface="Montserrat"/>
                <a:ea typeface="Montserrat"/>
                <a:cs typeface="Montserrat"/>
                <a:sym typeface="Montserrat"/>
              </a:defRPr>
            </a:lvl9pPr>
          </a:lstStyle>
          <a:p>
            <a:endParaRPr lang="fr" sz="2800">
              <a:latin typeface="+mj-lt"/>
            </a:endParaRPr>
          </a:p>
        </p:txBody>
      </p:sp>
      <p:pic>
        <p:nvPicPr>
          <p:cNvPr id="7" name="Image 1" descr="Une image contenant Graphique, Police, graphisme, conception&#10;&#10;Description générée automatiquement">
            <a:extLst>
              <a:ext uri="{FF2B5EF4-FFF2-40B4-BE49-F238E27FC236}">
                <a16:creationId xmlns:a16="http://schemas.microsoft.com/office/drawing/2014/main" id="{CE7BBB71-F184-4C2C-22F1-561CCB11787B}"/>
              </a:ext>
            </a:extLst>
          </p:cNvPr>
          <p:cNvPicPr>
            <a:picLocks noChangeAspect="1"/>
          </p:cNvPicPr>
          <p:nvPr/>
        </p:nvPicPr>
        <p:blipFill>
          <a:blip r:embed="rId3"/>
          <a:stretch>
            <a:fillRect/>
          </a:stretch>
        </p:blipFill>
        <p:spPr>
          <a:xfrm>
            <a:off x="9780608" y="283343"/>
            <a:ext cx="2081842" cy="629202"/>
          </a:xfrm>
          <a:prstGeom prst="rect">
            <a:avLst/>
          </a:prstGeom>
        </p:spPr>
      </p:pic>
      <p:sp>
        <p:nvSpPr>
          <p:cNvPr id="9" name="Slide Number Placeholder 8">
            <a:extLst>
              <a:ext uri="{FF2B5EF4-FFF2-40B4-BE49-F238E27FC236}">
                <a16:creationId xmlns:a16="http://schemas.microsoft.com/office/drawing/2014/main" id="{AB326C92-350B-2452-D09C-A01876C29F7A}"/>
              </a:ext>
            </a:extLst>
          </p:cNvPr>
          <p:cNvSpPr>
            <a:spLocks noGrp="1"/>
          </p:cNvSpPr>
          <p:nvPr>
            <p:ph type="sldNum" idx="12"/>
          </p:nvPr>
        </p:nvSpPr>
        <p:spPr/>
        <p:txBody>
          <a:bodyPr/>
          <a:lstStyle/>
          <a:p>
            <a:fld id="{00000000-1234-1234-1234-123412341234}" type="slidenum">
              <a:rPr lang="fr" smtClean="0"/>
              <a:pPr/>
              <a:t>6</a:t>
            </a:fld>
            <a:endParaRPr lang="fr"/>
          </a:p>
        </p:txBody>
      </p:sp>
      <p:grpSp>
        <p:nvGrpSpPr>
          <p:cNvPr id="14" name="Group 13">
            <a:extLst>
              <a:ext uri="{FF2B5EF4-FFF2-40B4-BE49-F238E27FC236}">
                <a16:creationId xmlns:a16="http://schemas.microsoft.com/office/drawing/2014/main" id="{E41C3A1A-50D6-549F-008B-B6A36F31D3F9}"/>
              </a:ext>
            </a:extLst>
          </p:cNvPr>
          <p:cNvGrpSpPr/>
          <p:nvPr/>
        </p:nvGrpSpPr>
        <p:grpSpPr>
          <a:xfrm>
            <a:off x="2540000" y="6512521"/>
            <a:ext cx="8960627" cy="445200"/>
            <a:chOff x="2438400" y="6276275"/>
            <a:chExt cx="8960627" cy="445200"/>
          </a:xfrm>
        </p:grpSpPr>
        <p:sp>
          <p:nvSpPr>
            <p:cNvPr id="12" name="Slide Number Placeholder 2">
              <a:extLst>
                <a:ext uri="{FF2B5EF4-FFF2-40B4-BE49-F238E27FC236}">
                  <a16:creationId xmlns:a16="http://schemas.microsoft.com/office/drawing/2014/main" id="{5241A531-6457-FA7A-BCAC-2BB4FCA99AC7}"/>
                </a:ext>
              </a:extLst>
            </p:cNvPr>
            <p:cNvSpPr txBox="1">
              <a:spLocks/>
            </p:cNvSpPr>
            <p:nvPr/>
          </p:nvSpPr>
          <p:spPr>
            <a:xfrm>
              <a:off x="8655827" y="6356350"/>
              <a:ext cx="2743200" cy="365125"/>
            </a:xfrm>
            <a:prstGeom prst="rect">
              <a:avLst/>
            </a:prstGeom>
          </p:spPr>
          <p:txBody>
            <a:bodyPr spcFirstLastPara="1" vert="horz" wrap="square" lIns="0" tIns="0" rIns="0" bIns="0" rtlCol="0" anchor="t" anchorCtr="0">
              <a:noAutofit/>
            </a:bodyPr>
            <a:lstStyle>
              <a:defPPr>
                <a:defRPr lang="fr-FR"/>
              </a:defPPr>
              <a:lvl1pPr marL="0" marR="0" lvl="0" indent="0" algn="r" defTabSz="914400" rtl="0" eaLnBrk="1" latinLnBrk="0" hangingPunct="1">
                <a:lnSpc>
                  <a:spcPct val="100000"/>
                </a:lnSpc>
                <a:spcBef>
                  <a:spcPts val="0"/>
                </a:spcBef>
                <a:spcAft>
                  <a:spcPts val="0"/>
                </a:spcAft>
                <a:buNone/>
                <a:defRPr sz="1200" kern="1200">
                  <a:solidFill>
                    <a:schemeClr val="lt1"/>
                  </a:solidFill>
                  <a:latin typeface="+mn-lt"/>
                  <a:ea typeface="+mn-ea"/>
                  <a:cs typeface="+mn-cs"/>
                </a:defRPr>
              </a:lvl1pPr>
              <a:lvl2pPr marL="0" marR="0" lvl="1"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2pPr>
              <a:lvl3pPr marL="0" marR="0" lvl="2"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3pPr>
              <a:lvl4pPr marL="0" marR="0" lvl="3"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4pPr>
              <a:lvl5pPr marL="0" marR="0" lvl="4"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5pPr>
              <a:lvl6pPr marL="0" marR="0" lvl="5"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6pPr>
              <a:lvl7pPr marL="0" marR="0" lvl="6"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7pPr>
              <a:lvl8pPr marL="0" marR="0" lvl="7"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8pPr>
              <a:lvl9pPr marL="0" marR="0" lvl="8" indent="0" algn="r" defTabSz="914400" rtl="0" eaLnBrk="1" latinLnBrk="0" hangingPunct="1">
                <a:lnSpc>
                  <a:spcPct val="100000"/>
                </a:lnSpc>
                <a:spcBef>
                  <a:spcPts val="0"/>
                </a:spcBef>
                <a:spcAft>
                  <a:spcPts val="0"/>
                </a:spcAft>
                <a:buNone/>
                <a:defRPr sz="1800" kern="1200">
                  <a:solidFill>
                    <a:schemeClr val="lt1"/>
                  </a:solidFill>
                  <a:latin typeface="+mn-lt"/>
                  <a:ea typeface="+mn-ea"/>
                  <a:cs typeface="+mn-cs"/>
                </a:defRPr>
              </a:lvl9pPr>
            </a:lstStyle>
            <a:p>
              <a:fld id="{5884F69F-128C-4CC4-9CCD-12CEF3AE4F22}" type="slidenum">
                <a:rPr lang="en-NZ" smtClean="0">
                  <a:solidFill>
                    <a:schemeClr val="tx1">
                      <a:lumMod val="50000"/>
                      <a:lumOff val="50000"/>
                    </a:schemeClr>
                  </a:solidFill>
                </a:rPr>
                <a:pPr/>
                <a:t>6</a:t>
              </a:fld>
              <a:endParaRPr lang="en-NZ">
                <a:solidFill>
                  <a:schemeClr val="tx1">
                    <a:lumMod val="50000"/>
                    <a:lumOff val="50000"/>
                  </a:schemeClr>
                </a:solidFill>
              </a:endParaRPr>
            </a:p>
          </p:txBody>
        </p:sp>
        <p:sp>
          <p:nvSpPr>
            <p:cNvPr id="13" name="Footer Placeholder 1">
              <a:extLst>
                <a:ext uri="{FF2B5EF4-FFF2-40B4-BE49-F238E27FC236}">
                  <a16:creationId xmlns:a16="http://schemas.microsoft.com/office/drawing/2014/main" id="{929BDD53-B48A-E31E-C471-5CC600E8E1EA}"/>
                </a:ext>
              </a:extLst>
            </p:cNvPr>
            <p:cNvSpPr txBox="1">
              <a:spLocks/>
            </p:cNvSpPr>
            <p:nvPr/>
          </p:nvSpPr>
          <p:spPr>
            <a:xfrm>
              <a:off x="2438400" y="6276275"/>
              <a:ext cx="6502400" cy="365125"/>
            </a:xfrm>
            <a:prstGeom prst="rect">
              <a:avLst/>
            </a:prstGeom>
          </p:spPr>
          <p:txBody>
            <a:bodyPr lIns="91440" tIns="45720" rIns="91440" bIns="4572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NZ" sz="1200">
                  <a:solidFill>
                    <a:schemeClr val="tx1">
                      <a:lumMod val="50000"/>
                      <a:lumOff val="50000"/>
                    </a:schemeClr>
                  </a:solidFill>
                </a:rPr>
                <a:t>Career Conversation 2.0</a:t>
              </a:r>
              <a:endParaRPr lang="en-US">
                <a:solidFill>
                  <a:schemeClr val="tx1">
                    <a:lumMod val="50000"/>
                    <a:lumOff val="50000"/>
                  </a:schemeClr>
                </a:solidFill>
              </a:endParaRPr>
            </a:p>
          </p:txBody>
        </p:sp>
      </p:grpSp>
    </p:spTree>
    <p:extLst>
      <p:ext uri="{BB962C8B-B14F-4D97-AF65-F5344CB8AC3E}">
        <p14:creationId xmlns:p14="http://schemas.microsoft.com/office/powerpoint/2010/main" val="227461489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7AA73D5EC0C44EA140CCD27EA0E70B" ma:contentTypeVersion="5" ma:contentTypeDescription="Create a new document." ma:contentTypeScope="" ma:versionID="a2656cfc984b88d552a20d35b6f3f83e">
  <xsd:schema xmlns:xsd="http://www.w3.org/2001/XMLSchema" xmlns:xs="http://www.w3.org/2001/XMLSchema" xmlns:p="http://schemas.microsoft.com/office/2006/metadata/properties" xmlns:ns2="aaa4184f-05cf-4f40-bce3-b45ca16c5831" xmlns:ns3="fb09c4f2-ee23-49c1-9ef9-b5c1de25c0dd" targetNamespace="http://schemas.microsoft.com/office/2006/metadata/properties" ma:root="true" ma:fieldsID="4f16496934e97955830bb06446302a1a" ns2:_="" ns3:_="">
    <xsd:import namespace="aaa4184f-05cf-4f40-bce3-b45ca16c5831"/>
    <xsd:import namespace="fb09c4f2-ee23-49c1-9ef9-b5c1de25c0d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a4184f-05cf-4f40-bce3-b45ca16c58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9c4f2-ee23-49c1-9ef9-b5c1de25c0d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8EB66A-1630-44A5-A226-15FF44E554CC}">
  <ds:schemaRefs>
    <ds:schemaRef ds:uri="http://schemas.microsoft.com/sharepoint/v3/contenttype/forms"/>
  </ds:schemaRefs>
</ds:datastoreItem>
</file>

<file path=customXml/itemProps2.xml><?xml version="1.0" encoding="utf-8"?>
<ds:datastoreItem xmlns:ds="http://schemas.openxmlformats.org/officeDocument/2006/customXml" ds:itemID="{2EAAC471-5358-49E2-9B82-5CF27BCFE9D0}">
  <ds:schemaRefs>
    <ds:schemaRef ds:uri="aaa4184f-05cf-4f40-bce3-b45ca16c5831"/>
    <ds:schemaRef ds:uri="fb09c4f2-ee23-49c1-9ef9-b5c1de25c0d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E0F0F17-34FE-4655-A646-A762CBCBB50C}">
  <ds:schemaRefs>
    <ds:schemaRef ds:uri="aaa4184f-05cf-4f40-bce3-b45ca16c5831"/>
    <ds:schemaRef ds:uri="fb09c4f2-ee23-49c1-9ef9-b5c1de25c0d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6</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1_Custom Design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86</cp:revision>
  <dcterms:created xsi:type="dcterms:W3CDTF">2023-10-26T03:18:22Z</dcterms:created>
  <dcterms:modified xsi:type="dcterms:W3CDTF">2023-11-16T19:26:01Z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0x010100A97AA73D5EC0C44EA140CCD27EA0E70B</vt:lpwstr>
  </property>
  <property fmtid="{D5CDD505-2E9C-101B-9397-08002B2CF9AE}" pid="3" name="ClassificationContentMarkingFooterLocations">
    <vt:lpwstr>office theme:8\1_Custom Design:8</vt:lpwstr>
  </property>
  <property fmtid="{D5CDD505-2E9C-101B-9397-08002B2CF9AE}" pid="4" name="ClassificationContentMarkingFooterText">
    <vt:lpwstr>BW Digital | Internal</vt:lpwstr>
  </property>
  <property fmtid="{D5CDD505-2E9C-101B-9397-08002B2CF9AE}" pid="5" name="MSIP_Label_2a6ab8d0-d258-48f1-8313-7aad6b3ba8fd_Enabled">
    <vt:lpwstr>True</vt:lpwstr>
  </property>
  <property fmtid="{D5CDD505-2E9C-101B-9397-08002B2CF9AE}" pid="6" name="MSIP_Label_2a6ab8d0-d258-48f1-8313-7aad6b3ba8fd_SiteId">
    <vt:lpwstr>11168e9d-8339-4497-a4a0-a9213624f2cd</vt:lpwstr>
  </property>
  <property fmtid="{D5CDD505-2E9C-101B-9397-08002B2CF9AE}" pid="7" name="MSIP_Label_2a6ab8d0-d258-48f1-8313-7aad6b3ba8fd_SetDate">
    <vt:lpwstr>2023-11-13T01:46:55Z</vt:lpwstr>
  </property>
  <property fmtid="{D5CDD505-2E9C-101B-9397-08002B2CF9AE}" pid="8" name="MSIP_Label_2a6ab8d0-d258-48f1-8313-7aad6b3ba8fd_Name">
    <vt:lpwstr/>
  </property>
  <property fmtid="{D5CDD505-2E9C-101B-9397-08002B2CF9AE}" pid="9" name="MSIP_Label_2a6ab8d0-d258-48f1-8313-7aad6b3ba8fd_Extended_MSFT_Method">
    <vt:lpwstr>Standard</vt:lpwstr>
  </property>
</Properties>
</file>