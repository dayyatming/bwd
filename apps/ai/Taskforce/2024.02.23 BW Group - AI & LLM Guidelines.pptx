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6E7A4-CFB6-4BEB-9F7E-80C58B18916F}" v="55" dt="2024-02-23T07:04:03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71" autoAdjust="0"/>
  </p:normalViewPr>
  <p:slideViewPr>
    <p:cSldViewPr snapToGrid="0">
      <p:cViewPr varScale="1">
        <p:scale>
          <a:sx n="105" d="100"/>
          <a:sy n="105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e Fox" userId="e028feb3-75d5-4d46-99ab-eb97320204ef" providerId="ADAL" clId="{8366E7A4-CFB6-4BEB-9F7E-80C58B18916F}"/>
    <pc:docChg chg="undo custSel modSld">
      <pc:chgData name="Justine Fox" userId="e028feb3-75d5-4d46-99ab-eb97320204ef" providerId="ADAL" clId="{8366E7A4-CFB6-4BEB-9F7E-80C58B18916F}" dt="2024-02-23T07:04:04.971" v="129" actId="207"/>
      <pc:docMkLst>
        <pc:docMk/>
      </pc:docMkLst>
      <pc:sldChg chg="modSp">
        <pc:chgData name="Justine Fox" userId="e028feb3-75d5-4d46-99ab-eb97320204ef" providerId="ADAL" clId="{8366E7A4-CFB6-4BEB-9F7E-80C58B18916F}" dt="2024-02-23T05:28:10.718" v="36" actId="20577"/>
        <pc:sldMkLst>
          <pc:docMk/>
          <pc:sldMk cId="4099947547" sldId="258"/>
        </pc:sldMkLst>
        <pc:graphicFrameChg chg="mod">
          <ac:chgData name="Justine Fox" userId="e028feb3-75d5-4d46-99ab-eb97320204ef" providerId="ADAL" clId="{8366E7A4-CFB6-4BEB-9F7E-80C58B18916F}" dt="2024-02-23T05:28:10.718" v="36" actId="20577"/>
          <ac:graphicFrameMkLst>
            <pc:docMk/>
            <pc:sldMk cId="4099947547" sldId="258"/>
            <ac:graphicFrameMk id="13" creationId="{D7B9FA1D-ABB3-BDD1-1321-82412B006E1A}"/>
          </ac:graphicFrameMkLst>
        </pc:graphicFrameChg>
      </pc:sldChg>
      <pc:sldChg chg="modSp mod">
        <pc:chgData name="Justine Fox" userId="e028feb3-75d5-4d46-99ab-eb97320204ef" providerId="ADAL" clId="{8366E7A4-CFB6-4BEB-9F7E-80C58B18916F}" dt="2024-02-23T07:01:41.922" v="111" actId="207"/>
        <pc:sldMkLst>
          <pc:docMk/>
          <pc:sldMk cId="1994119763" sldId="259"/>
        </pc:sldMkLst>
        <pc:spChg chg="mod">
          <ac:chgData name="Justine Fox" userId="e028feb3-75d5-4d46-99ab-eb97320204ef" providerId="ADAL" clId="{8366E7A4-CFB6-4BEB-9F7E-80C58B18916F}" dt="2024-02-23T07:01:41.922" v="111" actId="207"/>
          <ac:spMkLst>
            <pc:docMk/>
            <pc:sldMk cId="1994119763" sldId="259"/>
            <ac:spMk id="3" creationId="{0EC6493E-23C5-8CE1-A4F7-DAB9DD03C116}"/>
          </ac:spMkLst>
        </pc:spChg>
      </pc:sldChg>
      <pc:sldChg chg="addSp modSp mod">
        <pc:chgData name="Justine Fox" userId="e028feb3-75d5-4d46-99ab-eb97320204ef" providerId="ADAL" clId="{8366E7A4-CFB6-4BEB-9F7E-80C58B18916F}" dt="2024-02-23T07:04:04.971" v="129" actId="207"/>
        <pc:sldMkLst>
          <pc:docMk/>
          <pc:sldMk cId="2287104816" sldId="260"/>
        </pc:sldMkLst>
        <pc:graphicFrameChg chg="mod modGraphic">
          <ac:chgData name="Justine Fox" userId="e028feb3-75d5-4d46-99ab-eb97320204ef" providerId="ADAL" clId="{8366E7A4-CFB6-4BEB-9F7E-80C58B18916F}" dt="2024-02-23T07:04:04.971" v="129" actId="207"/>
          <ac:graphicFrameMkLst>
            <pc:docMk/>
            <pc:sldMk cId="2287104816" sldId="260"/>
            <ac:graphicFrameMk id="5" creationId="{792BAB2D-13D4-40A9-EBC8-5C219A878C19}"/>
          </ac:graphicFrameMkLst>
        </pc:graphicFrameChg>
        <pc:cxnChg chg="add mod">
          <ac:chgData name="Justine Fox" userId="e028feb3-75d5-4d46-99ab-eb97320204ef" providerId="ADAL" clId="{8366E7A4-CFB6-4BEB-9F7E-80C58B18916F}" dt="2024-02-23T07:03:06.554" v="122" actId="11529"/>
          <ac:cxnSpMkLst>
            <pc:docMk/>
            <pc:sldMk cId="2287104816" sldId="260"/>
            <ac:cxnSpMk id="7" creationId="{F6DBAE2A-D4FD-6D2B-307B-55D910AB5FF6}"/>
          </ac:cxnSpMkLst>
        </pc:cxnChg>
        <pc:cxnChg chg="add mod">
          <ac:chgData name="Justine Fox" userId="e028feb3-75d5-4d46-99ab-eb97320204ef" providerId="ADAL" clId="{8366E7A4-CFB6-4BEB-9F7E-80C58B18916F}" dt="2024-02-23T07:03:15.763" v="123" actId="11529"/>
          <ac:cxnSpMkLst>
            <pc:docMk/>
            <pc:sldMk cId="2287104816" sldId="260"/>
            <ac:cxnSpMk id="9" creationId="{466C9E8C-0F19-B3BC-D89A-3BAF64522FA2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E0A110-AEC1-4699-8D65-6EB562BD46A3}" type="doc">
      <dgm:prSet loTypeId="urn:microsoft.com/office/officeart/2005/8/layout/list1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65334E4E-5D77-4325-A17E-BE0B5F0AD672}">
      <dgm:prSet custT="1"/>
      <dgm:spPr/>
      <dgm:t>
        <a:bodyPr/>
        <a:lstStyle/>
        <a:p>
          <a:pPr>
            <a:defRPr b="1"/>
          </a:pPr>
          <a:r>
            <a:rPr lang="en-US" sz="1200" b="1" u="none" dirty="0"/>
            <a:t>Confidentiality</a:t>
          </a:r>
          <a:r>
            <a:rPr lang="en-US" sz="1000" b="1" u="sng" dirty="0"/>
            <a:t> </a:t>
          </a:r>
          <a:endParaRPr lang="en-US" sz="1000" dirty="0"/>
        </a:p>
      </dgm:t>
    </dgm:pt>
    <dgm:pt modelId="{C4571A71-A6CC-460A-B999-893D2488617F}" type="parTrans" cxnId="{C4AFA64B-BDBD-417F-A7D2-51BADE1E4E5B}">
      <dgm:prSet/>
      <dgm:spPr/>
      <dgm:t>
        <a:bodyPr/>
        <a:lstStyle/>
        <a:p>
          <a:endParaRPr lang="en-US"/>
        </a:p>
      </dgm:t>
    </dgm:pt>
    <dgm:pt modelId="{48DE0211-CC61-41E0-8EC6-D76CB8019258}" type="sibTrans" cxnId="{C4AFA64B-BDBD-417F-A7D2-51BADE1E4E5B}">
      <dgm:prSet/>
      <dgm:spPr/>
      <dgm:t>
        <a:bodyPr/>
        <a:lstStyle/>
        <a:p>
          <a:endParaRPr lang="en-US"/>
        </a:p>
      </dgm:t>
    </dgm:pt>
    <dgm:pt modelId="{5741C218-FCC8-4030-B188-D716A85212D1}">
      <dgm:prSet custT="1"/>
      <dgm:spPr/>
      <dgm:t>
        <a:bodyPr/>
        <a:lstStyle/>
        <a:p>
          <a:pPr algn="just"/>
          <a:r>
            <a:rPr lang="en-US" sz="1200" dirty="0"/>
            <a:t>Confidential information is not be entered into a generative AI or LLM tool, due to the risk of such information being shared in the public domain. </a:t>
          </a:r>
        </a:p>
      </dgm:t>
    </dgm:pt>
    <dgm:pt modelId="{8072A68E-0D61-4EEC-87ED-05EF169863E7}" type="parTrans" cxnId="{C811B460-063C-4A16-A3E9-86D39F3CBEA9}">
      <dgm:prSet/>
      <dgm:spPr/>
      <dgm:t>
        <a:bodyPr/>
        <a:lstStyle/>
        <a:p>
          <a:endParaRPr lang="en-US"/>
        </a:p>
      </dgm:t>
    </dgm:pt>
    <dgm:pt modelId="{50BB3A63-8F83-40AA-A8AE-FD533B331452}" type="sibTrans" cxnId="{C811B460-063C-4A16-A3E9-86D39F3CBEA9}">
      <dgm:prSet/>
      <dgm:spPr/>
      <dgm:t>
        <a:bodyPr/>
        <a:lstStyle/>
        <a:p>
          <a:endParaRPr lang="en-US"/>
        </a:p>
      </dgm:t>
    </dgm:pt>
    <dgm:pt modelId="{A5260539-DD18-4F5C-ADEC-C5AAC3DD8659}">
      <dgm:prSet custT="1"/>
      <dgm:spPr/>
      <dgm:t>
        <a:bodyPr/>
        <a:lstStyle/>
        <a:p>
          <a:pPr algn="just"/>
          <a:r>
            <a:rPr lang="en-US" sz="1200" dirty="0"/>
            <a:t>You are required to follow all applicable data privacy laws and our core values, policies and code of conduct when using generative AI and LLMs.</a:t>
          </a:r>
        </a:p>
      </dgm:t>
    </dgm:pt>
    <dgm:pt modelId="{D7C8CE2D-59A3-41A3-A412-D0A8B7CD681F}" type="parTrans" cxnId="{04278C75-239A-4A14-B600-D6B392937694}">
      <dgm:prSet/>
      <dgm:spPr/>
      <dgm:t>
        <a:bodyPr/>
        <a:lstStyle/>
        <a:p>
          <a:endParaRPr lang="en-US"/>
        </a:p>
      </dgm:t>
    </dgm:pt>
    <dgm:pt modelId="{03A2F183-1228-49C0-B506-D6E4868DE8D8}" type="sibTrans" cxnId="{04278C75-239A-4A14-B600-D6B392937694}">
      <dgm:prSet/>
      <dgm:spPr/>
      <dgm:t>
        <a:bodyPr/>
        <a:lstStyle/>
        <a:p>
          <a:endParaRPr lang="en-US"/>
        </a:p>
      </dgm:t>
    </dgm:pt>
    <dgm:pt modelId="{DF84B500-21FF-4904-957F-0E5E5ADD5BFC}">
      <dgm:prSet custT="1"/>
      <dgm:spPr/>
      <dgm:t>
        <a:bodyPr/>
        <a:lstStyle/>
        <a:p>
          <a:pPr>
            <a:defRPr b="1"/>
          </a:pPr>
          <a:r>
            <a:rPr lang="en-US" sz="1200" b="1" u="none" dirty="0"/>
            <a:t>Copyright</a:t>
          </a:r>
          <a:endParaRPr lang="en-US" sz="1200" u="none" dirty="0"/>
        </a:p>
      </dgm:t>
    </dgm:pt>
    <dgm:pt modelId="{2E174EAD-8099-4265-AC38-F435C093D11E}" type="parTrans" cxnId="{04995793-3F2C-4154-8DF2-C7FF8A150D1B}">
      <dgm:prSet/>
      <dgm:spPr/>
      <dgm:t>
        <a:bodyPr/>
        <a:lstStyle/>
        <a:p>
          <a:endParaRPr lang="en-US"/>
        </a:p>
      </dgm:t>
    </dgm:pt>
    <dgm:pt modelId="{55E43415-E060-4C9A-814A-DE11A8694147}" type="sibTrans" cxnId="{04995793-3F2C-4154-8DF2-C7FF8A150D1B}">
      <dgm:prSet/>
      <dgm:spPr/>
      <dgm:t>
        <a:bodyPr/>
        <a:lstStyle/>
        <a:p>
          <a:endParaRPr lang="en-US"/>
        </a:p>
      </dgm:t>
    </dgm:pt>
    <dgm:pt modelId="{3C59440C-B55C-4C85-A0B7-AA5789D1F684}">
      <dgm:prSet custT="1"/>
      <dgm:spPr/>
      <dgm:t>
        <a:bodyPr/>
        <a:lstStyle/>
        <a:p>
          <a:pPr algn="just"/>
          <a:r>
            <a:rPr lang="en-US" sz="1200" dirty="0"/>
            <a:t>You are to adhere to copyright laws when utilising generative AI and LLMs. </a:t>
          </a:r>
        </a:p>
      </dgm:t>
    </dgm:pt>
    <dgm:pt modelId="{25ADDC1C-46C4-4F01-8C28-9D5EE3F3B34B}" type="parTrans" cxnId="{CB4A29AB-F08D-4957-BFEE-18CD9B2758B4}">
      <dgm:prSet/>
      <dgm:spPr/>
      <dgm:t>
        <a:bodyPr/>
        <a:lstStyle/>
        <a:p>
          <a:endParaRPr lang="en-US"/>
        </a:p>
      </dgm:t>
    </dgm:pt>
    <dgm:pt modelId="{EB8BAD28-5683-404D-9EA5-5520C70C2334}" type="sibTrans" cxnId="{CB4A29AB-F08D-4957-BFEE-18CD9B2758B4}">
      <dgm:prSet/>
      <dgm:spPr/>
      <dgm:t>
        <a:bodyPr/>
        <a:lstStyle/>
        <a:p>
          <a:endParaRPr lang="en-US"/>
        </a:p>
      </dgm:t>
    </dgm:pt>
    <dgm:pt modelId="{F717938A-A21F-4253-96F0-C5D5E5C0866C}">
      <dgm:prSet custT="1"/>
      <dgm:spPr/>
      <dgm:t>
        <a:bodyPr/>
        <a:lstStyle/>
        <a:p>
          <a:pPr algn="just"/>
          <a:r>
            <a:rPr lang="en-US" sz="1200" dirty="0"/>
            <a:t>Be careful when using generative AI and LLMs </a:t>
          </a:r>
          <a:r>
            <a:rPr lang="en-US" sz="1200" dirty="0">
              <a:solidFill>
                <a:srgbClr val="FF0000"/>
              </a:solidFill>
            </a:rPr>
            <a:t>not </a:t>
          </a:r>
          <a:r>
            <a:rPr lang="en-US" sz="1200" dirty="0"/>
            <a:t>to generate content that infringes upon the intellectual property rights of others. </a:t>
          </a:r>
        </a:p>
      </dgm:t>
    </dgm:pt>
    <dgm:pt modelId="{0CD5C44C-BD4E-4E94-A697-76EC3E381703}" type="parTrans" cxnId="{336AAC20-124C-426F-9423-F8A6BD32110C}">
      <dgm:prSet/>
      <dgm:spPr/>
      <dgm:t>
        <a:bodyPr/>
        <a:lstStyle/>
        <a:p>
          <a:endParaRPr lang="en-US"/>
        </a:p>
      </dgm:t>
    </dgm:pt>
    <dgm:pt modelId="{90FA5D95-023A-4D8F-B511-72F86478CE8D}" type="sibTrans" cxnId="{336AAC20-124C-426F-9423-F8A6BD32110C}">
      <dgm:prSet/>
      <dgm:spPr/>
      <dgm:t>
        <a:bodyPr/>
        <a:lstStyle/>
        <a:p>
          <a:endParaRPr lang="en-US"/>
        </a:p>
      </dgm:t>
    </dgm:pt>
    <dgm:pt modelId="{00FF5FC4-510D-4AD0-97C0-4C32D2A04B7A}">
      <dgm:prSet custT="1"/>
      <dgm:spPr/>
      <dgm:t>
        <a:bodyPr/>
        <a:lstStyle/>
        <a:p>
          <a:pPr algn="just"/>
          <a:r>
            <a:rPr lang="en-US" sz="1200" dirty="0"/>
            <a:t>If you are unsure whether a particular use of generative AI and LLMs constitutes copyright infringement, you should contact the legal department for guidance. </a:t>
          </a:r>
        </a:p>
      </dgm:t>
    </dgm:pt>
    <dgm:pt modelId="{220CFB24-B85F-4D93-B829-CA98D7A12469}" type="parTrans" cxnId="{1543FFA6-D5B6-477C-95F0-DB1C02E3E98B}">
      <dgm:prSet/>
      <dgm:spPr/>
      <dgm:t>
        <a:bodyPr/>
        <a:lstStyle/>
        <a:p>
          <a:endParaRPr lang="en-US"/>
        </a:p>
      </dgm:t>
    </dgm:pt>
    <dgm:pt modelId="{D0523E9A-5104-41B5-B10B-A02B7B593FB2}" type="sibTrans" cxnId="{1543FFA6-D5B6-477C-95F0-DB1C02E3E98B}">
      <dgm:prSet/>
      <dgm:spPr/>
      <dgm:t>
        <a:bodyPr/>
        <a:lstStyle/>
        <a:p>
          <a:endParaRPr lang="en-US"/>
        </a:p>
      </dgm:t>
    </dgm:pt>
    <dgm:pt modelId="{CC224CA9-7412-44BD-8BCE-19CA56F0C000}">
      <dgm:prSet custT="1"/>
      <dgm:spPr/>
      <dgm:t>
        <a:bodyPr/>
        <a:lstStyle/>
        <a:p>
          <a:pPr>
            <a:defRPr b="1"/>
          </a:pPr>
          <a:r>
            <a:rPr lang="en-US" sz="1200" b="1" u="none" dirty="0"/>
            <a:t>Ethical Use</a:t>
          </a:r>
          <a:endParaRPr lang="en-US" sz="1200" u="none" dirty="0"/>
        </a:p>
      </dgm:t>
    </dgm:pt>
    <dgm:pt modelId="{0CBDB522-BA73-49D0-A8C5-9F06EA763D93}" type="parTrans" cxnId="{C0731A8B-62FC-468A-A11E-8B1D97947B09}">
      <dgm:prSet/>
      <dgm:spPr/>
      <dgm:t>
        <a:bodyPr/>
        <a:lstStyle/>
        <a:p>
          <a:endParaRPr lang="en-US"/>
        </a:p>
      </dgm:t>
    </dgm:pt>
    <dgm:pt modelId="{422B5993-8C03-44B8-8E84-B93ACC8EBB55}" type="sibTrans" cxnId="{C0731A8B-62FC-468A-A11E-8B1D97947B09}">
      <dgm:prSet/>
      <dgm:spPr/>
      <dgm:t>
        <a:bodyPr/>
        <a:lstStyle/>
        <a:p>
          <a:endParaRPr lang="en-US"/>
        </a:p>
      </dgm:t>
    </dgm:pt>
    <dgm:pt modelId="{99EB62D0-86F3-45D8-91D5-E93919A177CD}">
      <dgm:prSet custT="1"/>
      <dgm:spPr/>
      <dgm:t>
        <a:bodyPr/>
        <a:lstStyle/>
        <a:p>
          <a:pPr algn="just"/>
          <a:r>
            <a:rPr lang="en-US" sz="1200" dirty="0"/>
            <a:t>Generative AI and LLMs are to be used ethically and in compliance with all applicable laws, regulations, our policies and code of conduct. </a:t>
          </a:r>
        </a:p>
      </dgm:t>
    </dgm:pt>
    <dgm:pt modelId="{35CDF12B-3142-4B5F-BA45-05408AF39EC6}" type="parTrans" cxnId="{4197E972-279E-4327-9FFB-175C85151E5D}">
      <dgm:prSet/>
      <dgm:spPr/>
      <dgm:t>
        <a:bodyPr/>
        <a:lstStyle/>
        <a:p>
          <a:endParaRPr lang="en-US"/>
        </a:p>
      </dgm:t>
    </dgm:pt>
    <dgm:pt modelId="{4EFF435C-3803-4D2E-A50E-C4F51BD8EDF8}" type="sibTrans" cxnId="{4197E972-279E-4327-9FFB-175C85151E5D}">
      <dgm:prSet/>
      <dgm:spPr/>
      <dgm:t>
        <a:bodyPr/>
        <a:lstStyle/>
        <a:p>
          <a:endParaRPr lang="en-US"/>
        </a:p>
      </dgm:t>
    </dgm:pt>
    <dgm:pt modelId="{0B922339-004B-447E-84A6-93895EE60ABE}">
      <dgm:prSet custT="1"/>
      <dgm:spPr/>
      <dgm:t>
        <a:bodyPr/>
        <a:lstStyle/>
        <a:p>
          <a:pPr algn="just"/>
          <a:r>
            <a:rPr lang="en-US" sz="1200" dirty="0"/>
            <a:t>You are not </a:t>
          </a:r>
          <a:r>
            <a:rPr lang="en-US" sz="1200" dirty="0">
              <a:solidFill>
                <a:srgbClr val="FF0000"/>
              </a:solidFill>
            </a:rPr>
            <a:t>permitted to </a:t>
          </a:r>
          <a:r>
            <a:rPr lang="en-US" sz="1200" dirty="0"/>
            <a:t>use generative AI and LLMs to generate content that is discriminatory, offensive</a:t>
          </a:r>
          <a:r>
            <a:rPr lang="en-US" sz="1200" strike="sngStrike" dirty="0">
              <a:solidFill>
                <a:srgbClr val="FF0000"/>
              </a:solidFill>
            </a:rPr>
            <a:t>,</a:t>
          </a:r>
          <a:r>
            <a:rPr lang="en-US" sz="1200" dirty="0"/>
            <a:t> or inappropriate, and as such are to refrain from using discriminatory, offensive, inappropriate and/or bias language when using generative AI and LLMs. </a:t>
          </a:r>
        </a:p>
      </dgm:t>
    </dgm:pt>
    <dgm:pt modelId="{D60E03AE-E599-4CAC-B0AB-98F28F69E813}" type="parTrans" cxnId="{21C7A112-9D9E-491D-BD18-886456DD924A}">
      <dgm:prSet/>
      <dgm:spPr/>
      <dgm:t>
        <a:bodyPr/>
        <a:lstStyle/>
        <a:p>
          <a:endParaRPr lang="en-US"/>
        </a:p>
      </dgm:t>
    </dgm:pt>
    <dgm:pt modelId="{5814B265-F269-4317-B86F-1FFA3376AF9A}" type="sibTrans" cxnId="{21C7A112-9D9E-491D-BD18-886456DD924A}">
      <dgm:prSet/>
      <dgm:spPr/>
      <dgm:t>
        <a:bodyPr/>
        <a:lstStyle/>
        <a:p>
          <a:endParaRPr lang="en-US"/>
        </a:p>
      </dgm:t>
    </dgm:pt>
    <dgm:pt modelId="{2B49F613-E11D-43EC-AF75-BD127C8D3528}">
      <dgm:prSet custT="1"/>
      <dgm:spPr/>
      <dgm:t>
        <a:bodyPr/>
        <a:lstStyle/>
        <a:p>
          <a:pPr algn="just"/>
          <a:r>
            <a:rPr lang="en-US" sz="1200" dirty="0"/>
            <a:t>If there are any doubts about the appropriateness of using generative AI and LLMs in a particular situation, you should consult </a:t>
          </a:r>
          <a:r>
            <a:rPr lang="en-US" sz="1200" strike="sngStrike" dirty="0">
              <a:solidFill>
                <a:srgbClr val="FF0000"/>
              </a:solidFill>
            </a:rPr>
            <a:t>with </a:t>
          </a:r>
          <a:r>
            <a:rPr lang="en-US" sz="1200" dirty="0"/>
            <a:t>your line manager or the legal department.</a:t>
          </a:r>
        </a:p>
      </dgm:t>
    </dgm:pt>
    <dgm:pt modelId="{D2697899-4654-46E9-8765-F47871B7F85C}" type="parTrans" cxnId="{57DEED87-B95E-4E56-BD2A-E19EFF12F442}">
      <dgm:prSet/>
      <dgm:spPr/>
      <dgm:t>
        <a:bodyPr/>
        <a:lstStyle/>
        <a:p>
          <a:endParaRPr lang="en-US"/>
        </a:p>
      </dgm:t>
    </dgm:pt>
    <dgm:pt modelId="{191D56CF-F681-4AF8-9FEB-91A2E9D41C63}" type="sibTrans" cxnId="{57DEED87-B95E-4E56-BD2A-E19EFF12F442}">
      <dgm:prSet/>
      <dgm:spPr/>
      <dgm:t>
        <a:bodyPr/>
        <a:lstStyle/>
        <a:p>
          <a:endParaRPr lang="en-US"/>
        </a:p>
      </dgm:t>
    </dgm:pt>
    <dgm:pt modelId="{021C4D40-6B89-4CC3-942A-85B6C5DED868}">
      <dgm:prSet custT="1"/>
      <dgm:spPr/>
      <dgm:t>
        <a:bodyPr/>
        <a:lstStyle/>
        <a:p>
          <a:pPr>
            <a:defRPr b="1"/>
          </a:pPr>
          <a:r>
            <a:rPr lang="en-US" sz="1200" b="1" u="none" dirty="0"/>
            <a:t>Label</a:t>
          </a:r>
          <a:r>
            <a:rPr lang="en-US" sz="900" b="1" u="sng" dirty="0"/>
            <a:t> </a:t>
          </a:r>
          <a:endParaRPr lang="en-US" sz="900" dirty="0"/>
        </a:p>
      </dgm:t>
    </dgm:pt>
    <dgm:pt modelId="{62E8370A-42A9-4764-8DB3-D7364FED4004}" type="parTrans" cxnId="{01B1E36A-CA3E-4245-9B5B-2B4AB7999248}">
      <dgm:prSet/>
      <dgm:spPr/>
      <dgm:t>
        <a:bodyPr/>
        <a:lstStyle/>
        <a:p>
          <a:endParaRPr lang="en-US"/>
        </a:p>
      </dgm:t>
    </dgm:pt>
    <dgm:pt modelId="{004C3334-2484-488D-A649-82DF5B82770B}" type="sibTrans" cxnId="{01B1E36A-CA3E-4245-9B5B-2B4AB7999248}">
      <dgm:prSet/>
      <dgm:spPr/>
      <dgm:t>
        <a:bodyPr/>
        <a:lstStyle/>
        <a:p>
          <a:endParaRPr lang="en-US"/>
        </a:p>
      </dgm:t>
    </dgm:pt>
    <dgm:pt modelId="{133B38C0-742B-456C-A3AB-5161F718DB40}">
      <dgm:prSet custT="1"/>
      <dgm:spPr/>
      <dgm:t>
        <a:bodyPr/>
        <a:lstStyle/>
        <a:p>
          <a:pPr algn="just"/>
          <a:r>
            <a:rPr lang="en-US" sz="1200" dirty="0"/>
            <a:t>Consider whether your AI generated content should be labelled, e.g. presentations, reports, images, etc.  “</a:t>
          </a:r>
          <a:r>
            <a:rPr lang="en-US" sz="1200" i="1" dirty="0"/>
            <a:t>This content was created with the assistance of AI</a:t>
          </a:r>
          <a:r>
            <a:rPr lang="en-US" sz="1200" dirty="0"/>
            <a:t>”.</a:t>
          </a:r>
        </a:p>
      </dgm:t>
    </dgm:pt>
    <dgm:pt modelId="{B8F2CA89-2A06-47A4-8830-829E7D8AC173}" type="parTrans" cxnId="{21D4C436-EE66-4930-8610-8ECD1291C1B6}">
      <dgm:prSet/>
      <dgm:spPr/>
      <dgm:t>
        <a:bodyPr/>
        <a:lstStyle/>
        <a:p>
          <a:endParaRPr lang="en-US"/>
        </a:p>
      </dgm:t>
    </dgm:pt>
    <dgm:pt modelId="{657852DF-4E7E-4EB0-AC55-C8D4A8144482}" type="sibTrans" cxnId="{21D4C436-EE66-4930-8610-8ECD1291C1B6}">
      <dgm:prSet/>
      <dgm:spPr/>
      <dgm:t>
        <a:bodyPr/>
        <a:lstStyle/>
        <a:p>
          <a:endParaRPr lang="en-US"/>
        </a:p>
      </dgm:t>
    </dgm:pt>
    <dgm:pt modelId="{F50E9112-B068-47A9-9A87-0D2C29B19500}">
      <dgm:prSet custT="1"/>
      <dgm:spPr/>
      <dgm:t>
        <a:bodyPr/>
        <a:lstStyle/>
        <a:p>
          <a:pPr algn="just"/>
          <a:r>
            <a:rPr lang="en-US" sz="1200" dirty="0"/>
            <a:t>Examples of confidential information include personal information (e.g. name, date of birth, passport details, etc.) </a:t>
          </a:r>
          <a:r>
            <a:rPr lang="en-US" sz="1200" dirty="0">
              <a:solidFill>
                <a:srgbClr val="FF0000"/>
              </a:solidFill>
            </a:rPr>
            <a:t>and</a:t>
          </a:r>
          <a:r>
            <a:rPr lang="en-US" sz="1200" strike="sngStrike" dirty="0">
              <a:solidFill>
                <a:srgbClr val="FF0000"/>
              </a:solidFill>
            </a:rPr>
            <a:t>,</a:t>
          </a:r>
          <a:r>
            <a:rPr lang="en-US" sz="1200" dirty="0"/>
            <a:t> sensitive company information (e.g. pricing information, client details, trade secrets, etc.). [</a:t>
          </a:r>
          <a:r>
            <a:rPr lang="en-US" sz="1200" dirty="0">
              <a:solidFill>
                <a:srgbClr val="FF0000"/>
              </a:solidFill>
            </a:rPr>
            <a:t>Note: I would think we would want people to avoid entering our company names/company identifiers generally</a:t>
          </a:r>
          <a:r>
            <a:rPr lang="en-US" sz="1200" dirty="0"/>
            <a:t>]</a:t>
          </a:r>
        </a:p>
      </dgm:t>
    </dgm:pt>
    <dgm:pt modelId="{BB0FAF2B-BB25-4AB6-A72D-FAAC12E91D54}" type="parTrans" cxnId="{674DDAAA-C12B-4225-92DF-C53DFFB726A8}">
      <dgm:prSet/>
      <dgm:spPr/>
      <dgm:t>
        <a:bodyPr/>
        <a:lstStyle/>
        <a:p>
          <a:endParaRPr lang="en-US"/>
        </a:p>
      </dgm:t>
    </dgm:pt>
    <dgm:pt modelId="{05804C72-F423-49A5-8C12-F3315B81C3A2}" type="sibTrans" cxnId="{674DDAAA-C12B-4225-92DF-C53DFFB726A8}">
      <dgm:prSet/>
      <dgm:spPr/>
      <dgm:t>
        <a:bodyPr/>
        <a:lstStyle/>
        <a:p>
          <a:endParaRPr lang="en-US"/>
        </a:p>
      </dgm:t>
    </dgm:pt>
    <dgm:pt modelId="{98805B69-EC81-4A06-96E3-871662AD7078}" type="pres">
      <dgm:prSet presAssocID="{11E0A110-AEC1-4699-8D65-6EB562BD46A3}" presName="linear" presStyleCnt="0">
        <dgm:presLayoutVars>
          <dgm:dir/>
          <dgm:animLvl val="lvl"/>
          <dgm:resizeHandles val="exact"/>
        </dgm:presLayoutVars>
      </dgm:prSet>
      <dgm:spPr/>
    </dgm:pt>
    <dgm:pt modelId="{5A49F9C5-CF91-4809-B938-D9FD27A7E214}" type="pres">
      <dgm:prSet presAssocID="{65334E4E-5D77-4325-A17E-BE0B5F0AD672}" presName="parentLin" presStyleCnt="0"/>
      <dgm:spPr/>
    </dgm:pt>
    <dgm:pt modelId="{9C52A2CD-2016-474B-B16F-F5AA4C1CC474}" type="pres">
      <dgm:prSet presAssocID="{65334E4E-5D77-4325-A17E-BE0B5F0AD672}" presName="parentLeftMargin" presStyleLbl="node1" presStyleIdx="0" presStyleCnt="4"/>
      <dgm:spPr/>
    </dgm:pt>
    <dgm:pt modelId="{8600673A-934E-437C-98F3-4BD9F1599B85}" type="pres">
      <dgm:prSet presAssocID="{65334E4E-5D77-4325-A17E-BE0B5F0AD67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B651D3-6F95-426A-98C0-83A06557F766}" type="pres">
      <dgm:prSet presAssocID="{65334E4E-5D77-4325-A17E-BE0B5F0AD672}" presName="negativeSpace" presStyleCnt="0"/>
      <dgm:spPr/>
    </dgm:pt>
    <dgm:pt modelId="{040FC6BF-E125-4316-9AE7-B1229DDC0B50}" type="pres">
      <dgm:prSet presAssocID="{65334E4E-5D77-4325-A17E-BE0B5F0AD672}" presName="childText" presStyleLbl="conFgAcc1" presStyleIdx="0" presStyleCnt="4" custScaleY="100425">
        <dgm:presLayoutVars>
          <dgm:bulletEnabled val="1"/>
        </dgm:presLayoutVars>
      </dgm:prSet>
      <dgm:spPr/>
    </dgm:pt>
    <dgm:pt modelId="{0E308F87-5800-432A-8E0E-6BACC201A7C6}" type="pres">
      <dgm:prSet presAssocID="{48DE0211-CC61-41E0-8EC6-D76CB8019258}" presName="spaceBetweenRectangles" presStyleCnt="0"/>
      <dgm:spPr/>
    </dgm:pt>
    <dgm:pt modelId="{7D6609EB-A557-4830-93BC-2448FE7483EA}" type="pres">
      <dgm:prSet presAssocID="{DF84B500-21FF-4904-957F-0E5E5ADD5BFC}" presName="parentLin" presStyleCnt="0"/>
      <dgm:spPr/>
    </dgm:pt>
    <dgm:pt modelId="{ACA81563-1CB5-4AFB-A9D1-20943DDC2888}" type="pres">
      <dgm:prSet presAssocID="{DF84B500-21FF-4904-957F-0E5E5ADD5BFC}" presName="parentLeftMargin" presStyleLbl="node1" presStyleIdx="0" presStyleCnt="4"/>
      <dgm:spPr/>
    </dgm:pt>
    <dgm:pt modelId="{0D97AB8D-1E9A-4609-A725-DBCBACC77A62}" type="pres">
      <dgm:prSet presAssocID="{DF84B500-21FF-4904-957F-0E5E5ADD5BF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1BE5A4-1C1A-4738-B38D-EB49B0A42670}" type="pres">
      <dgm:prSet presAssocID="{DF84B500-21FF-4904-957F-0E5E5ADD5BFC}" presName="negativeSpace" presStyleCnt="0"/>
      <dgm:spPr/>
    </dgm:pt>
    <dgm:pt modelId="{C8F1F7B6-D55F-43B0-94CC-51C0ED3F50FC}" type="pres">
      <dgm:prSet presAssocID="{DF84B500-21FF-4904-957F-0E5E5ADD5BFC}" presName="childText" presStyleLbl="conFgAcc1" presStyleIdx="1" presStyleCnt="4">
        <dgm:presLayoutVars>
          <dgm:bulletEnabled val="1"/>
        </dgm:presLayoutVars>
      </dgm:prSet>
      <dgm:spPr/>
    </dgm:pt>
    <dgm:pt modelId="{411B60B8-5CA0-40E2-BA3E-468949E4656E}" type="pres">
      <dgm:prSet presAssocID="{55E43415-E060-4C9A-814A-DE11A8694147}" presName="spaceBetweenRectangles" presStyleCnt="0"/>
      <dgm:spPr/>
    </dgm:pt>
    <dgm:pt modelId="{607B332D-D26A-4743-9B56-405CD76A0081}" type="pres">
      <dgm:prSet presAssocID="{CC224CA9-7412-44BD-8BCE-19CA56F0C000}" presName="parentLin" presStyleCnt="0"/>
      <dgm:spPr/>
    </dgm:pt>
    <dgm:pt modelId="{D123B008-7A9A-4D37-B19C-272BCA120E55}" type="pres">
      <dgm:prSet presAssocID="{CC224CA9-7412-44BD-8BCE-19CA56F0C000}" presName="parentLeftMargin" presStyleLbl="node1" presStyleIdx="1" presStyleCnt="4"/>
      <dgm:spPr/>
    </dgm:pt>
    <dgm:pt modelId="{F2CA8C14-1FAC-45E6-A717-464F2CBA86D1}" type="pres">
      <dgm:prSet presAssocID="{CC224CA9-7412-44BD-8BCE-19CA56F0C000}" presName="parentText" presStyleLbl="node1" presStyleIdx="2" presStyleCnt="4" custLinFactNeighborX="-2171" custLinFactNeighborY="-14395">
        <dgm:presLayoutVars>
          <dgm:chMax val="0"/>
          <dgm:bulletEnabled val="1"/>
        </dgm:presLayoutVars>
      </dgm:prSet>
      <dgm:spPr/>
    </dgm:pt>
    <dgm:pt modelId="{062FA948-5C70-4D96-877C-C1222E61B091}" type="pres">
      <dgm:prSet presAssocID="{CC224CA9-7412-44BD-8BCE-19CA56F0C000}" presName="negativeSpace" presStyleCnt="0"/>
      <dgm:spPr/>
    </dgm:pt>
    <dgm:pt modelId="{83E51294-C7BC-40DE-8244-5FB46FE749F1}" type="pres">
      <dgm:prSet presAssocID="{CC224CA9-7412-44BD-8BCE-19CA56F0C000}" presName="childText" presStyleLbl="conFgAcc1" presStyleIdx="2" presStyleCnt="4" custLinFactNeighborX="326" custLinFactNeighborY="-18105">
        <dgm:presLayoutVars>
          <dgm:bulletEnabled val="1"/>
        </dgm:presLayoutVars>
      </dgm:prSet>
      <dgm:spPr/>
    </dgm:pt>
    <dgm:pt modelId="{A62B41CB-33E8-49DC-B8A0-CA3C374EDABB}" type="pres">
      <dgm:prSet presAssocID="{422B5993-8C03-44B8-8E84-B93ACC8EBB55}" presName="spaceBetweenRectangles" presStyleCnt="0"/>
      <dgm:spPr/>
    </dgm:pt>
    <dgm:pt modelId="{F8414880-07C4-4CA1-BD38-48D1FEA20737}" type="pres">
      <dgm:prSet presAssocID="{021C4D40-6B89-4CC3-942A-85B6C5DED868}" presName="parentLin" presStyleCnt="0"/>
      <dgm:spPr/>
    </dgm:pt>
    <dgm:pt modelId="{4EF03A78-D9BF-4355-A25D-A4311A2D25EE}" type="pres">
      <dgm:prSet presAssocID="{021C4D40-6B89-4CC3-942A-85B6C5DED868}" presName="parentLeftMargin" presStyleLbl="node1" presStyleIdx="2" presStyleCnt="4"/>
      <dgm:spPr/>
    </dgm:pt>
    <dgm:pt modelId="{7D2522E5-B663-4876-B0F6-3CCB24BFB028}" type="pres">
      <dgm:prSet presAssocID="{021C4D40-6B89-4CC3-942A-85B6C5DED868}" presName="parentText" presStyleLbl="node1" presStyleIdx="3" presStyleCnt="4" custLinFactNeighborY="-21329">
        <dgm:presLayoutVars>
          <dgm:chMax val="0"/>
          <dgm:bulletEnabled val="1"/>
        </dgm:presLayoutVars>
      </dgm:prSet>
      <dgm:spPr/>
    </dgm:pt>
    <dgm:pt modelId="{BE16CCEB-9D84-40EB-A6D4-72B0A150DA7C}" type="pres">
      <dgm:prSet presAssocID="{021C4D40-6B89-4CC3-942A-85B6C5DED868}" presName="negativeSpace" presStyleCnt="0"/>
      <dgm:spPr/>
    </dgm:pt>
    <dgm:pt modelId="{00A0BB89-05C8-4C45-AC78-F9CD2F5D7AE1}" type="pres">
      <dgm:prSet presAssocID="{021C4D40-6B89-4CC3-942A-85B6C5DED868}" presName="childText" presStyleLbl="conFgAcc1" presStyleIdx="3" presStyleCnt="4" custLinFactNeighborY="-31958">
        <dgm:presLayoutVars>
          <dgm:bulletEnabled val="1"/>
        </dgm:presLayoutVars>
      </dgm:prSet>
      <dgm:spPr/>
    </dgm:pt>
  </dgm:ptLst>
  <dgm:cxnLst>
    <dgm:cxn modelId="{CAC04904-9F63-451A-B6DC-0D74B7504AB8}" type="presOf" srcId="{0B922339-004B-447E-84A6-93895EE60ABE}" destId="{83E51294-C7BC-40DE-8244-5FB46FE749F1}" srcOrd="0" destOrd="1" presId="urn:microsoft.com/office/officeart/2005/8/layout/list1"/>
    <dgm:cxn modelId="{DFAEF80A-51DA-4B99-82EB-EBCBE2BFBEB3}" type="presOf" srcId="{F50E9112-B068-47A9-9A87-0D2C29B19500}" destId="{040FC6BF-E125-4316-9AE7-B1229DDC0B50}" srcOrd="0" destOrd="1" presId="urn:microsoft.com/office/officeart/2005/8/layout/list1"/>
    <dgm:cxn modelId="{98DEAE0F-20EA-4F31-A8A4-248F3F542E45}" type="presOf" srcId="{021C4D40-6B89-4CC3-942A-85B6C5DED868}" destId="{7D2522E5-B663-4876-B0F6-3CCB24BFB028}" srcOrd="1" destOrd="0" presId="urn:microsoft.com/office/officeart/2005/8/layout/list1"/>
    <dgm:cxn modelId="{21C7A112-9D9E-491D-BD18-886456DD924A}" srcId="{CC224CA9-7412-44BD-8BCE-19CA56F0C000}" destId="{0B922339-004B-447E-84A6-93895EE60ABE}" srcOrd="1" destOrd="0" parTransId="{D60E03AE-E599-4CAC-B0AB-98F28F69E813}" sibTransId="{5814B265-F269-4317-B86F-1FFA3376AF9A}"/>
    <dgm:cxn modelId="{1ADB3818-82B5-40B5-80DE-BD7177C88FBF}" type="presOf" srcId="{DF84B500-21FF-4904-957F-0E5E5ADD5BFC}" destId="{ACA81563-1CB5-4AFB-A9D1-20943DDC2888}" srcOrd="0" destOrd="0" presId="urn:microsoft.com/office/officeart/2005/8/layout/list1"/>
    <dgm:cxn modelId="{336AAC20-124C-426F-9423-F8A6BD32110C}" srcId="{DF84B500-21FF-4904-957F-0E5E5ADD5BFC}" destId="{F717938A-A21F-4253-96F0-C5D5E5C0866C}" srcOrd="1" destOrd="0" parTransId="{0CD5C44C-BD4E-4E94-A697-76EC3E381703}" sibTransId="{90FA5D95-023A-4D8F-B511-72F86478CE8D}"/>
    <dgm:cxn modelId="{FA1D362D-43E1-4B07-B44F-B6F8913CAD5B}" type="presOf" srcId="{5741C218-FCC8-4030-B188-D716A85212D1}" destId="{040FC6BF-E125-4316-9AE7-B1229DDC0B50}" srcOrd="0" destOrd="0" presId="urn:microsoft.com/office/officeart/2005/8/layout/list1"/>
    <dgm:cxn modelId="{7F797933-2DCF-45DA-AC8E-B7658669FB9A}" type="presOf" srcId="{00FF5FC4-510D-4AD0-97C0-4C32D2A04B7A}" destId="{C8F1F7B6-D55F-43B0-94CC-51C0ED3F50FC}" srcOrd="0" destOrd="2" presId="urn:microsoft.com/office/officeart/2005/8/layout/list1"/>
    <dgm:cxn modelId="{21D4C436-EE66-4930-8610-8ECD1291C1B6}" srcId="{021C4D40-6B89-4CC3-942A-85B6C5DED868}" destId="{133B38C0-742B-456C-A3AB-5161F718DB40}" srcOrd="0" destOrd="0" parTransId="{B8F2CA89-2A06-47A4-8830-829E7D8AC173}" sibTransId="{657852DF-4E7E-4EB0-AC55-C8D4A8144482}"/>
    <dgm:cxn modelId="{C811B460-063C-4A16-A3E9-86D39F3CBEA9}" srcId="{65334E4E-5D77-4325-A17E-BE0B5F0AD672}" destId="{5741C218-FCC8-4030-B188-D716A85212D1}" srcOrd="0" destOrd="0" parTransId="{8072A68E-0D61-4EEC-87ED-05EF169863E7}" sibTransId="{50BB3A63-8F83-40AA-A8AE-FD533B331452}"/>
    <dgm:cxn modelId="{0D75C360-BD1E-459B-9D95-CC4B78731CB6}" type="presOf" srcId="{65334E4E-5D77-4325-A17E-BE0B5F0AD672}" destId="{8600673A-934E-437C-98F3-4BD9F1599B85}" srcOrd="1" destOrd="0" presId="urn:microsoft.com/office/officeart/2005/8/layout/list1"/>
    <dgm:cxn modelId="{F2643C64-E010-4774-BD05-3B8F6A3AFDF2}" type="presOf" srcId="{CC224CA9-7412-44BD-8BCE-19CA56F0C000}" destId="{F2CA8C14-1FAC-45E6-A717-464F2CBA86D1}" srcOrd="1" destOrd="0" presId="urn:microsoft.com/office/officeart/2005/8/layout/list1"/>
    <dgm:cxn modelId="{01B1E36A-CA3E-4245-9B5B-2B4AB7999248}" srcId="{11E0A110-AEC1-4699-8D65-6EB562BD46A3}" destId="{021C4D40-6B89-4CC3-942A-85B6C5DED868}" srcOrd="3" destOrd="0" parTransId="{62E8370A-42A9-4764-8DB3-D7364FED4004}" sibTransId="{004C3334-2484-488D-A649-82DF5B82770B}"/>
    <dgm:cxn modelId="{C4AFA64B-BDBD-417F-A7D2-51BADE1E4E5B}" srcId="{11E0A110-AEC1-4699-8D65-6EB562BD46A3}" destId="{65334E4E-5D77-4325-A17E-BE0B5F0AD672}" srcOrd="0" destOrd="0" parTransId="{C4571A71-A6CC-460A-B999-893D2488617F}" sibTransId="{48DE0211-CC61-41E0-8EC6-D76CB8019258}"/>
    <dgm:cxn modelId="{2017066D-B8A7-4C89-82CE-BB9D7732EEF7}" type="presOf" srcId="{A5260539-DD18-4F5C-ADEC-C5AAC3DD8659}" destId="{040FC6BF-E125-4316-9AE7-B1229DDC0B50}" srcOrd="0" destOrd="2" presId="urn:microsoft.com/office/officeart/2005/8/layout/list1"/>
    <dgm:cxn modelId="{4197E972-279E-4327-9FFB-175C85151E5D}" srcId="{CC224CA9-7412-44BD-8BCE-19CA56F0C000}" destId="{99EB62D0-86F3-45D8-91D5-E93919A177CD}" srcOrd="0" destOrd="0" parTransId="{35CDF12B-3142-4B5F-BA45-05408AF39EC6}" sibTransId="{4EFF435C-3803-4D2E-A50E-C4F51BD8EDF8}"/>
    <dgm:cxn modelId="{04278C75-239A-4A14-B600-D6B392937694}" srcId="{65334E4E-5D77-4325-A17E-BE0B5F0AD672}" destId="{A5260539-DD18-4F5C-ADEC-C5AAC3DD8659}" srcOrd="2" destOrd="0" parTransId="{D7C8CE2D-59A3-41A3-A412-D0A8B7CD681F}" sibTransId="{03A2F183-1228-49C0-B506-D6E4868DE8D8}"/>
    <dgm:cxn modelId="{FA8EED80-9EEE-432A-89AD-B03281E0A339}" type="presOf" srcId="{DF84B500-21FF-4904-957F-0E5E5ADD5BFC}" destId="{0D97AB8D-1E9A-4609-A725-DBCBACC77A62}" srcOrd="1" destOrd="0" presId="urn:microsoft.com/office/officeart/2005/8/layout/list1"/>
    <dgm:cxn modelId="{918D4C87-80F5-4324-AE69-44B8AE4437D8}" type="presOf" srcId="{133B38C0-742B-456C-A3AB-5161F718DB40}" destId="{00A0BB89-05C8-4C45-AC78-F9CD2F5D7AE1}" srcOrd="0" destOrd="0" presId="urn:microsoft.com/office/officeart/2005/8/layout/list1"/>
    <dgm:cxn modelId="{3ED5D687-2AB4-435D-8815-51351E2C48E9}" type="presOf" srcId="{CC224CA9-7412-44BD-8BCE-19CA56F0C000}" destId="{D123B008-7A9A-4D37-B19C-272BCA120E55}" srcOrd="0" destOrd="0" presId="urn:microsoft.com/office/officeart/2005/8/layout/list1"/>
    <dgm:cxn modelId="{57DEED87-B95E-4E56-BD2A-E19EFF12F442}" srcId="{CC224CA9-7412-44BD-8BCE-19CA56F0C000}" destId="{2B49F613-E11D-43EC-AF75-BD127C8D3528}" srcOrd="2" destOrd="0" parTransId="{D2697899-4654-46E9-8765-F47871B7F85C}" sibTransId="{191D56CF-F681-4AF8-9FEB-91A2E9D41C63}"/>
    <dgm:cxn modelId="{C0731A8B-62FC-468A-A11E-8B1D97947B09}" srcId="{11E0A110-AEC1-4699-8D65-6EB562BD46A3}" destId="{CC224CA9-7412-44BD-8BCE-19CA56F0C000}" srcOrd="2" destOrd="0" parTransId="{0CBDB522-BA73-49D0-A8C5-9F06EA763D93}" sibTransId="{422B5993-8C03-44B8-8E84-B93ACC8EBB55}"/>
    <dgm:cxn modelId="{04995793-3F2C-4154-8DF2-C7FF8A150D1B}" srcId="{11E0A110-AEC1-4699-8D65-6EB562BD46A3}" destId="{DF84B500-21FF-4904-957F-0E5E5ADD5BFC}" srcOrd="1" destOrd="0" parTransId="{2E174EAD-8099-4265-AC38-F435C093D11E}" sibTransId="{55E43415-E060-4C9A-814A-DE11A8694147}"/>
    <dgm:cxn modelId="{1543FFA6-D5B6-477C-95F0-DB1C02E3E98B}" srcId="{DF84B500-21FF-4904-957F-0E5E5ADD5BFC}" destId="{00FF5FC4-510D-4AD0-97C0-4C32D2A04B7A}" srcOrd="2" destOrd="0" parTransId="{220CFB24-B85F-4D93-B829-CA98D7A12469}" sibTransId="{D0523E9A-5104-41B5-B10B-A02B7B593FB2}"/>
    <dgm:cxn modelId="{901FCFAA-384C-406D-BCC9-3BBEFA2B67EE}" type="presOf" srcId="{11E0A110-AEC1-4699-8D65-6EB562BD46A3}" destId="{98805B69-EC81-4A06-96E3-871662AD7078}" srcOrd="0" destOrd="0" presId="urn:microsoft.com/office/officeart/2005/8/layout/list1"/>
    <dgm:cxn modelId="{674DDAAA-C12B-4225-92DF-C53DFFB726A8}" srcId="{65334E4E-5D77-4325-A17E-BE0B5F0AD672}" destId="{F50E9112-B068-47A9-9A87-0D2C29B19500}" srcOrd="1" destOrd="0" parTransId="{BB0FAF2B-BB25-4AB6-A72D-FAAC12E91D54}" sibTransId="{05804C72-F423-49A5-8C12-F3315B81C3A2}"/>
    <dgm:cxn modelId="{CB4A29AB-F08D-4957-BFEE-18CD9B2758B4}" srcId="{DF84B500-21FF-4904-957F-0E5E5ADD5BFC}" destId="{3C59440C-B55C-4C85-A0B7-AA5789D1F684}" srcOrd="0" destOrd="0" parTransId="{25ADDC1C-46C4-4F01-8C28-9D5EE3F3B34B}" sibTransId="{EB8BAD28-5683-404D-9EA5-5520C70C2334}"/>
    <dgm:cxn modelId="{CA4005D3-D4A0-4EFE-A34A-F97DFF9C8E2D}" type="presOf" srcId="{99EB62D0-86F3-45D8-91D5-E93919A177CD}" destId="{83E51294-C7BC-40DE-8244-5FB46FE749F1}" srcOrd="0" destOrd="0" presId="urn:microsoft.com/office/officeart/2005/8/layout/list1"/>
    <dgm:cxn modelId="{CECF60DF-00F5-419E-81E5-542BDB092B8E}" type="presOf" srcId="{2B49F613-E11D-43EC-AF75-BD127C8D3528}" destId="{83E51294-C7BC-40DE-8244-5FB46FE749F1}" srcOrd="0" destOrd="2" presId="urn:microsoft.com/office/officeart/2005/8/layout/list1"/>
    <dgm:cxn modelId="{4F6818E2-40AF-4D9F-9726-A57D36B41DB3}" type="presOf" srcId="{021C4D40-6B89-4CC3-942A-85B6C5DED868}" destId="{4EF03A78-D9BF-4355-A25D-A4311A2D25EE}" srcOrd="0" destOrd="0" presId="urn:microsoft.com/office/officeart/2005/8/layout/list1"/>
    <dgm:cxn modelId="{A8E0DAE5-AB3A-47A5-9F77-1505366F11B5}" type="presOf" srcId="{65334E4E-5D77-4325-A17E-BE0B5F0AD672}" destId="{9C52A2CD-2016-474B-B16F-F5AA4C1CC474}" srcOrd="0" destOrd="0" presId="urn:microsoft.com/office/officeart/2005/8/layout/list1"/>
    <dgm:cxn modelId="{C764DBF1-6712-4772-B2AB-2DD8170515CE}" type="presOf" srcId="{3C59440C-B55C-4C85-A0B7-AA5789D1F684}" destId="{C8F1F7B6-D55F-43B0-94CC-51C0ED3F50FC}" srcOrd="0" destOrd="0" presId="urn:microsoft.com/office/officeart/2005/8/layout/list1"/>
    <dgm:cxn modelId="{935A6DF4-E8EB-4F04-A399-312F6E76AB28}" type="presOf" srcId="{F717938A-A21F-4253-96F0-C5D5E5C0866C}" destId="{C8F1F7B6-D55F-43B0-94CC-51C0ED3F50FC}" srcOrd="0" destOrd="1" presId="urn:microsoft.com/office/officeart/2005/8/layout/list1"/>
    <dgm:cxn modelId="{74B38C1A-31A2-4788-9163-437E084D50F0}" type="presParOf" srcId="{98805B69-EC81-4A06-96E3-871662AD7078}" destId="{5A49F9C5-CF91-4809-B938-D9FD27A7E214}" srcOrd="0" destOrd="0" presId="urn:microsoft.com/office/officeart/2005/8/layout/list1"/>
    <dgm:cxn modelId="{308A82B8-A665-40FC-AAEC-99795A194D3A}" type="presParOf" srcId="{5A49F9C5-CF91-4809-B938-D9FD27A7E214}" destId="{9C52A2CD-2016-474B-B16F-F5AA4C1CC474}" srcOrd="0" destOrd="0" presId="urn:microsoft.com/office/officeart/2005/8/layout/list1"/>
    <dgm:cxn modelId="{9C8FBE5A-0E49-4561-946F-20792F9E020F}" type="presParOf" srcId="{5A49F9C5-CF91-4809-B938-D9FD27A7E214}" destId="{8600673A-934E-437C-98F3-4BD9F1599B85}" srcOrd="1" destOrd="0" presId="urn:microsoft.com/office/officeart/2005/8/layout/list1"/>
    <dgm:cxn modelId="{E49EF43D-CF02-4416-A03C-E4EF57179ABA}" type="presParOf" srcId="{98805B69-EC81-4A06-96E3-871662AD7078}" destId="{A4B651D3-6F95-426A-98C0-83A06557F766}" srcOrd="1" destOrd="0" presId="urn:microsoft.com/office/officeart/2005/8/layout/list1"/>
    <dgm:cxn modelId="{A96786FC-17F9-41CD-AEF0-7837F6DBCC3B}" type="presParOf" srcId="{98805B69-EC81-4A06-96E3-871662AD7078}" destId="{040FC6BF-E125-4316-9AE7-B1229DDC0B50}" srcOrd="2" destOrd="0" presId="urn:microsoft.com/office/officeart/2005/8/layout/list1"/>
    <dgm:cxn modelId="{97395CCB-AA27-4C02-8CA6-95616B429BAF}" type="presParOf" srcId="{98805B69-EC81-4A06-96E3-871662AD7078}" destId="{0E308F87-5800-432A-8E0E-6BACC201A7C6}" srcOrd="3" destOrd="0" presId="urn:microsoft.com/office/officeart/2005/8/layout/list1"/>
    <dgm:cxn modelId="{227872AC-1E2B-4A2D-A5D3-6232D68A6CAD}" type="presParOf" srcId="{98805B69-EC81-4A06-96E3-871662AD7078}" destId="{7D6609EB-A557-4830-93BC-2448FE7483EA}" srcOrd="4" destOrd="0" presId="urn:microsoft.com/office/officeart/2005/8/layout/list1"/>
    <dgm:cxn modelId="{551A150B-86F8-40CF-831E-254E94D35B77}" type="presParOf" srcId="{7D6609EB-A557-4830-93BC-2448FE7483EA}" destId="{ACA81563-1CB5-4AFB-A9D1-20943DDC2888}" srcOrd="0" destOrd="0" presId="urn:microsoft.com/office/officeart/2005/8/layout/list1"/>
    <dgm:cxn modelId="{7D5D4306-E583-436D-B519-A00EAB196F77}" type="presParOf" srcId="{7D6609EB-A557-4830-93BC-2448FE7483EA}" destId="{0D97AB8D-1E9A-4609-A725-DBCBACC77A62}" srcOrd="1" destOrd="0" presId="urn:microsoft.com/office/officeart/2005/8/layout/list1"/>
    <dgm:cxn modelId="{7AD89504-F87A-4FC2-92DA-F208074935D5}" type="presParOf" srcId="{98805B69-EC81-4A06-96E3-871662AD7078}" destId="{1F1BE5A4-1C1A-4738-B38D-EB49B0A42670}" srcOrd="5" destOrd="0" presId="urn:microsoft.com/office/officeart/2005/8/layout/list1"/>
    <dgm:cxn modelId="{ED70141B-B58A-41B6-80FD-A03332441C5A}" type="presParOf" srcId="{98805B69-EC81-4A06-96E3-871662AD7078}" destId="{C8F1F7B6-D55F-43B0-94CC-51C0ED3F50FC}" srcOrd="6" destOrd="0" presId="urn:microsoft.com/office/officeart/2005/8/layout/list1"/>
    <dgm:cxn modelId="{9A30C0C8-9489-421D-92EB-8374DA7A8D2F}" type="presParOf" srcId="{98805B69-EC81-4A06-96E3-871662AD7078}" destId="{411B60B8-5CA0-40E2-BA3E-468949E4656E}" srcOrd="7" destOrd="0" presId="urn:microsoft.com/office/officeart/2005/8/layout/list1"/>
    <dgm:cxn modelId="{2FF3BB13-4EBF-4D0B-A1E6-7A79A5EC0774}" type="presParOf" srcId="{98805B69-EC81-4A06-96E3-871662AD7078}" destId="{607B332D-D26A-4743-9B56-405CD76A0081}" srcOrd="8" destOrd="0" presId="urn:microsoft.com/office/officeart/2005/8/layout/list1"/>
    <dgm:cxn modelId="{A60458E6-18E3-49D0-AFC0-261740E06C37}" type="presParOf" srcId="{607B332D-D26A-4743-9B56-405CD76A0081}" destId="{D123B008-7A9A-4D37-B19C-272BCA120E55}" srcOrd="0" destOrd="0" presId="urn:microsoft.com/office/officeart/2005/8/layout/list1"/>
    <dgm:cxn modelId="{4DA7FE51-3204-4F48-8D08-C2DB92F010C2}" type="presParOf" srcId="{607B332D-D26A-4743-9B56-405CD76A0081}" destId="{F2CA8C14-1FAC-45E6-A717-464F2CBA86D1}" srcOrd="1" destOrd="0" presId="urn:microsoft.com/office/officeart/2005/8/layout/list1"/>
    <dgm:cxn modelId="{A7894414-6FB5-4CDA-BF17-DA3423B143F4}" type="presParOf" srcId="{98805B69-EC81-4A06-96E3-871662AD7078}" destId="{062FA948-5C70-4D96-877C-C1222E61B091}" srcOrd="9" destOrd="0" presId="urn:microsoft.com/office/officeart/2005/8/layout/list1"/>
    <dgm:cxn modelId="{F4B57528-B9A0-4D9E-A237-3B6073F0502F}" type="presParOf" srcId="{98805B69-EC81-4A06-96E3-871662AD7078}" destId="{83E51294-C7BC-40DE-8244-5FB46FE749F1}" srcOrd="10" destOrd="0" presId="urn:microsoft.com/office/officeart/2005/8/layout/list1"/>
    <dgm:cxn modelId="{262AADC8-228E-43F0-B26B-C2FBBD074119}" type="presParOf" srcId="{98805B69-EC81-4A06-96E3-871662AD7078}" destId="{A62B41CB-33E8-49DC-B8A0-CA3C374EDABB}" srcOrd="11" destOrd="0" presId="urn:microsoft.com/office/officeart/2005/8/layout/list1"/>
    <dgm:cxn modelId="{98846A97-7140-48DA-9F82-EC53FBB190BB}" type="presParOf" srcId="{98805B69-EC81-4A06-96E3-871662AD7078}" destId="{F8414880-07C4-4CA1-BD38-48D1FEA20737}" srcOrd="12" destOrd="0" presId="urn:microsoft.com/office/officeart/2005/8/layout/list1"/>
    <dgm:cxn modelId="{3047770E-DC09-470A-96D9-030198023834}" type="presParOf" srcId="{F8414880-07C4-4CA1-BD38-48D1FEA20737}" destId="{4EF03A78-D9BF-4355-A25D-A4311A2D25EE}" srcOrd="0" destOrd="0" presId="urn:microsoft.com/office/officeart/2005/8/layout/list1"/>
    <dgm:cxn modelId="{6B22AA96-0F15-4AD9-BA3B-80DC5C4497E5}" type="presParOf" srcId="{F8414880-07C4-4CA1-BD38-48D1FEA20737}" destId="{7D2522E5-B663-4876-B0F6-3CCB24BFB028}" srcOrd="1" destOrd="0" presId="urn:microsoft.com/office/officeart/2005/8/layout/list1"/>
    <dgm:cxn modelId="{7BB93D75-D98F-4558-98D6-9E7E94D7FE06}" type="presParOf" srcId="{98805B69-EC81-4A06-96E3-871662AD7078}" destId="{BE16CCEB-9D84-40EB-A6D4-72B0A150DA7C}" srcOrd="13" destOrd="0" presId="urn:microsoft.com/office/officeart/2005/8/layout/list1"/>
    <dgm:cxn modelId="{E4121B82-08BE-41AF-9FC1-A603E3B9E652}" type="presParOf" srcId="{98805B69-EC81-4A06-96E3-871662AD7078}" destId="{00A0BB89-05C8-4C45-AC78-F9CD2F5D7AE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71309D-C26F-42EF-B433-8662B83DC9B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DBC5737-2203-46B7-A641-1863C5367674}">
      <dgm:prSet/>
      <dgm:spPr/>
      <dgm:t>
        <a:bodyPr/>
        <a:lstStyle/>
        <a:p>
          <a:r>
            <a:rPr lang="en-US" b="1" u="none" dirty="0"/>
            <a:t>FEEDBACK</a:t>
          </a:r>
          <a:endParaRPr lang="en-US" u="none" dirty="0"/>
        </a:p>
      </dgm:t>
    </dgm:pt>
    <dgm:pt modelId="{B05B2D80-56FE-4EF7-9C00-08456023CEBA}" type="parTrans" cxnId="{09C1E84F-0144-43A3-A10B-E1B56BC3149B}">
      <dgm:prSet/>
      <dgm:spPr/>
      <dgm:t>
        <a:bodyPr/>
        <a:lstStyle/>
        <a:p>
          <a:endParaRPr lang="en-US"/>
        </a:p>
      </dgm:t>
    </dgm:pt>
    <dgm:pt modelId="{EF99043C-7C26-4C4D-B9FD-9DE4F0734884}" type="sibTrans" cxnId="{09C1E84F-0144-43A3-A10B-E1B56BC3149B}">
      <dgm:prSet/>
      <dgm:spPr/>
      <dgm:t>
        <a:bodyPr/>
        <a:lstStyle/>
        <a:p>
          <a:endParaRPr lang="en-US" dirty="0"/>
        </a:p>
      </dgm:t>
    </dgm:pt>
    <dgm:pt modelId="{D206B647-3605-4513-9B38-37A79C8C25EA}">
      <dgm:prSet/>
      <dgm:spPr/>
      <dgm:t>
        <a:bodyPr/>
        <a:lstStyle/>
        <a:p>
          <a:r>
            <a:rPr lang="en-US" dirty="0"/>
            <a:t>You are encouraged to provide feedback on any problems or problematic responses generated during use of generative AI tools. Please report any problems or provide feedback to the IT department. </a:t>
          </a:r>
        </a:p>
      </dgm:t>
    </dgm:pt>
    <dgm:pt modelId="{91AED14C-371B-4121-9270-FFC41734FC97}" type="parTrans" cxnId="{5CCCEA92-56CC-44FA-B0B0-A3BEF615290E}">
      <dgm:prSet/>
      <dgm:spPr/>
      <dgm:t>
        <a:bodyPr/>
        <a:lstStyle/>
        <a:p>
          <a:endParaRPr lang="en-US"/>
        </a:p>
      </dgm:t>
    </dgm:pt>
    <dgm:pt modelId="{44B5C6D9-54E1-4A17-83E9-404E5739868C}" type="sibTrans" cxnId="{5CCCEA92-56CC-44FA-B0B0-A3BEF615290E}">
      <dgm:prSet/>
      <dgm:spPr/>
      <dgm:t>
        <a:bodyPr/>
        <a:lstStyle/>
        <a:p>
          <a:endParaRPr lang="en-US" dirty="0"/>
        </a:p>
      </dgm:t>
    </dgm:pt>
    <dgm:pt modelId="{765D898C-CD0C-45DD-AB02-7D2B3F79EE86}">
      <dgm:prSet/>
      <dgm:spPr/>
      <dgm:t>
        <a:bodyPr/>
        <a:lstStyle/>
        <a:p>
          <a:r>
            <a:rPr lang="en-US" b="1" u="none" dirty="0"/>
            <a:t>COMPLIANCE</a:t>
          </a:r>
          <a:endParaRPr lang="en-US" u="none" dirty="0"/>
        </a:p>
      </dgm:t>
    </dgm:pt>
    <dgm:pt modelId="{31711925-8B95-48AB-9FB1-61FC31B86138}" type="parTrans" cxnId="{3D74C6D0-1326-4FF9-86BF-5505057F91F5}">
      <dgm:prSet/>
      <dgm:spPr/>
      <dgm:t>
        <a:bodyPr/>
        <a:lstStyle/>
        <a:p>
          <a:endParaRPr lang="en-US"/>
        </a:p>
      </dgm:t>
    </dgm:pt>
    <dgm:pt modelId="{BF798C06-E11F-44A5-BE8C-02C4D9054E85}" type="sibTrans" cxnId="{3D74C6D0-1326-4FF9-86BF-5505057F91F5}">
      <dgm:prSet/>
      <dgm:spPr/>
      <dgm:t>
        <a:bodyPr/>
        <a:lstStyle/>
        <a:p>
          <a:endParaRPr lang="en-US" dirty="0"/>
        </a:p>
      </dgm:t>
    </dgm:pt>
    <dgm:pt modelId="{BC424379-9029-4A27-91A2-18EDBF6A70E4}">
      <dgm:prSet/>
      <dgm:spPr/>
      <dgm:t>
        <a:bodyPr/>
        <a:lstStyle/>
        <a:p>
          <a:r>
            <a:rPr lang="en-US" dirty="0"/>
            <a:t>Regular monitoring of AILLM interactions may be conducted by IT to identify that generative AI and LLMs </a:t>
          </a:r>
          <a:r>
            <a:rPr lang="en-US" dirty="0">
              <a:solidFill>
                <a:srgbClr val="FF0000"/>
              </a:solidFill>
            </a:rPr>
            <a:t>are </a:t>
          </a:r>
          <a:r>
            <a:rPr lang="en-US" strike="sngStrike" dirty="0">
              <a:solidFill>
                <a:srgbClr val="FF0000"/>
              </a:solidFill>
            </a:rPr>
            <a:t>is</a:t>
          </a:r>
          <a:r>
            <a:rPr lang="en-US" dirty="0"/>
            <a:t> being used properly and in accordance with these guidelines. Any violations of these guidelines should be reported to IT or the legal department. </a:t>
          </a:r>
        </a:p>
      </dgm:t>
    </dgm:pt>
    <dgm:pt modelId="{AC91DDF4-F05C-4746-B40F-582DDB5FC8A7}" type="parTrans" cxnId="{F3CC0EC4-41CE-4E89-AD79-CAA20911D5E0}">
      <dgm:prSet/>
      <dgm:spPr/>
      <dgm:t>
        <a:bodyPr/>
        <a:lstStyle/>
        <a:p>
          <a:endParaRPr lang="en-US"/>
        </a:p>
      </dgm:t>
    </dgm:pt>
    <dgm:pt modelId="{7AC5D051-D0F9-4AC1-B0AC-37FC1ABFB82D}" type="sibTrans" cxnId="{F3CC0EC4-41CE-4E89-AD79-CAA20911D5E0}">
      <dgm:prSet/>
      <dgm:spPr/>
      <dgm:t>
        <a:bodyPr/>
        <a:lstStyle/>
        <a:p>
          <a:endParaRPr lang="en-US" dirty="0"/>
        </a:p>
      </dgm:t>
    </dgm:pt>
    <dgm:pt modelId="{1591B1E4-8CC1-498A-B05A-962787130DE9}">
      <dgm:prSet/>
      <dgm:spPr/>
      <dgm:t>
        <a:bodyPr/>
        <a:lstStyle/>
        <a:p>
          <a:r>
            <a:rPr lang="en-US" b="1" u="none" dirty="0"/>
            <a:t>REVIEW</a:t>
          </a:r>
          <a:endParaRPr lang="en-US" u="none" dirty="0"/>
        </a:p>
      </dgm:t>
    </dgm:pt>
    <dgm:pt modelId="{179A4BEE-B2BD-4565-BBF0-D3F0AA7E90C3}" type="parTrans" cxnId="{68BD9D7B-04AE-4AA2-A290-2CE9CE9EF47F}">
      <dgm:prSet/>
      <dgm:spPr/>
      <dgm:t>
        <a:bodyPr/>
        <a:lstStyle/>
        <a:p>
          <a:endParaRPr lang="en-US"/>
        </a:p>
      </dgm:t>
    </dgm:pt>
    <dgm:pt modelId="{110AA476-DAB6-4846-BCDE-72367A0562D0}" type="sibTrans" cxnId="{68BD9D7B-04AE-4AA2-A290-2CE9CE9EF47F}">
      <dgm:prSet/>
      <dgm:spPr/>
      <dgm:t>
        <a:bodyPr/>
        <a:lstStyle/>
        <a:p>
          <a:endParaRPr lang="en-US" dirty="0"/>
        </a:p>
      </dgm:t>
    </dgm:pt>
    <dgm:pt modelId="{37ADA0D2-4F39-43D8-BC20-E46D943DD7ED}">
      <dgm:prSet/>
      <dgm:spPr/>
      <dgm:t>
        <a:bodyPr/>
        <a:lstStyle/>
        <a:p>
          <a:r>
            <a:rPr lang="en-US" dirty="0"/>
            <a:t>These guidelines will be reviewed periodically and updated as necessary to ensure continued compliance with all applicable laws, regulations, company core values, policies and code</a:t>
          </a:r>
          <a:r>
            <a:rPr lang="en-US" dirty="0">
              <a:solidFill>
                <a:srgbClr val="FF0000"/>
              </a:solidFill>
            </a:rPr>
            <a:t>s</a:t>
          </a:r>
          <a:r>
            <a:rPr lang="en-US" dirty="0"/>
            <a:t> of conduct.</a:t>
          </a:r>
        </a:p>
      </dgm:t>
    </dgm:pt>
    <dgm:pt modelId="{FB7BD484-4A1D-466F-9EAA-6D80860B712C}" type="parTrans" cxnId="{E23FBCDE-E0CE-4584-8E84-8922A7DACDD1}">
      <dgm:prSet/>
      <dgm:spPr/>
      <dgm:t>
        <a:bodyPr/>
        <a:lstStyle/>
        <a:p>
          <a:endParaRPr lang="en-US"/>
        </a:p>
      </dgm:t>
    </dgm:pt>
    <dgm:pt modelId="{ADB7FF47-8109-46D5-A260-7D9FBB27BB86}" type="sibTrans" cxnId="{E23FBCDE-E0CE-4584-8E84-8922A7DACDD1}">
      <dgm:prSet/>
      <dgm:spPr/>
      <dgm:t>
        <a:bodyPr/>
        <a:lstStyle/>
        <a:p>
          <a:endParaRPr lang="en-US"/>
        </a:p>
      </dgm:t>
    </dgm:pt>
    <dgm:pt modelId="{85008656-1C61-473B-9983-C5FA2E59578C}" type="pres">
      <dgm:prSet presAssocID="{3C71309D-C26F-42EF-B433-8662B83DC9B6}" presName="Name0" presStyleCnt="0">
        <dgm:presLayoutVars>
          <dgm:dir/>
          <dgm:resizeHandles val="exact"/>
        </dgm:presLayoutVars>
      </dgm:prSet>
      <dgm:spPr/>
    </dgm:pt>
    <dgm:pt modelId="{8C44CF78-F7AC-419A-BAF1-58E4934517E9}" type="pres">
      <dgm:prSet presAssocID="{FDBC5737-2203-46B7-A641-1863C5367674}" presName="node" presStyleLbl="node1" presStyleIdx="0" presStyleCnt="6" custLinFactNeighborX="236" custLinFactNeighborY="-2759">
        <dgm:presLayoutVars>
          <dgm:bulletEnabled val="1"/>
        </dgm:presLayoutVars>
      </dgm:prSet>
      <dgm:spPr/>
    </dgm:pt>
    <dgm:pt modelId="{E54EB861-CC9C-4362-979E-3DFAE38FAA8E}" type="pres">
      <dgm:prSet presAssocID="{EF99043C-7C26-4C4D-B9FD-9DE4F0734884}" presName="sibTrans" presStyleLbl="sibTrans1D1" presStyleIdx="0" presStyleCnt="5"/>
      <dgm:spPr/>
    </dgm:pt>
    <dgm:pt modelId="{FC836F36-FC62-4486-A9EC-73AACD4ADAD0}" type="pres">
      <dgm:prSet presAssocID="{EF99043C-7C26-4C4D-B9FD-9DE4F0734884}" presName="connectorText" presStyleLbl="sibTrans1D1" presStyleIdx="0" presStyleCnt="5"/>
      <dgm:spPr/>
    </dgm:pt>
    <dgm:pt modelId="{3F1462F9-4E00-4A60-87E9-4148168841B0}" type="pres">
      <dgm:prSet presAssocID="{D206B647-3605-4513-9B38-37A79C8C25EA}" presName="node" presStyleLbl="node1" presStyleIdx="1" presStyleCnt="6">
        <dgm:presLayoutVars>
          <dgm:bulletEnabled val="1"/>
        </dgm:presLayoutVars>
      </dgm:prSet>
      <dgm:spPr/>
    </dgm:pt>
    <dgm:pt modelId="{1D84058B-5C55-4392-80F1-81706A4C1018}" type="pres">
      <dgm:prSet presAssocID="{44B5C6D9-54E1-4A17-83E9-404E5739868C}" presName="sibTrans" presStyleLbl="sibTrans1D1" presStyleIdx="1" presStyleCnt="5"/>
      <dgm:spPr/>
    </dgm:pt>
    <dgm:pt modelId="{F78967F5-40BF-4067-94A3-B3C67C415D5F}" type="pres">
      <dgm:prSet presAssocID="{44B5C6D9-54E1-4A17-83E9-404E5739868C}" presName="connectorText" presStyleLbl="sibTrans1D1" presStyleIdx="1" presStyleCnt="5"/>
      <dgm:spPr/>
    </dgm:pt>
    <dgm:pt modelId="{856E3728-B61C-46CA-BCD5-EDE05D4FD3EE}" type="pres">
      <dgm:prSet presAssocID="{765D898C-CD0C-45DD-AB02-7D2B3F79EE86}" presName="node" presStyleLbl="node1" presStyleIdx="2" presStyleCnt="6">
        <dgm:presLayoutVars>
          <dgm:bulletEnabled val="1"/>
        </dgm:presLayoutVars>
      </dgm:prSet>
      <dgm:spPr/>
    </dgm:pt>
    <dgm:pt modelId="{D6CFB84C-0CAC-4ACB-A022-5EDFF94FC47A}" type="pres">
      <dgm:prSet presAssocID="{BF798C06-E11F-44A5-BE8C-02C4D9054E85}" presName="sibTrans" presStyleLbl="sibTrans1D1" presStyleIdx="2" presStyleCnt="5"/>
      <dgm:spPr/>
    </dgm:pt>
    <dgm:pt modelId="{E748A795-80B0-4BAD-B677-0B4C11B5A895}" type="pres">
      <dgm:prSet presAssocID="{BF798C06-E11F-44A5-BE8C-02C4D9054E85}" presName="connectorText" presStyleLbl="sibTrans1D1" presStyleIdx="2" presStyleCnt="5"/>
      <dgm:spPr/>
    </dgm:pt>
    <dgm:pt modelId="{B80EFCD7-40D5-4A7D-B5A3-36806268945A}" type="pres">
      <dgm:prSet presAssocID="{BC424379-9029-4A27-91A2-18EDBF6A70E4}" presName="node" presStyleLbl="node1" presStyleIdx="3" presStyleCnt="6">
        <dgm:presLayoutVars>
          <dgm:bulletEnabled val="1"/>
        </dgm:presLayoutVars>
      </dgm:prSet>
      <dgm:spPr/>
    </dgm:pt>
    <dgm:pt modelId="{5532E8B7-6647-4FF3-BF11-B3D233472133}" type="pres">
      <dgm:prSet presAssocID="{7AC5D051-D0F9-4AC1-B0AC-37FC1ABFB82D}" presName="sibTrans" presStyleLbl="sibTrans1D1" presStyleIdx="3" presStyleCnt="5"/>
      <dgm:spPr/>
    </dgm:pt>
    <dgm:pt modelId="{C94C193B-AE87-45A7-B04E-CE884B062573}" type="pres">
      <dgm:prSet presAssocID="{7AC5D051-D0F9-4AC1-B0AC-37FC1ABFB82D}" presName="connectorText" presStyleLbl="sibTrans1D1" presStyleIdx="3" presStyleCnt="5"/>
      <dgm:spPr/>
    </dgm:pt>
    <dgm:pt modelId="{373F067C-80DD-40AC-B21F-11081D6739AB}" type="pres">
      <dgm:prSet presAssocID="{1591B1E4-8CC1-498A-B05A-962787130DE9}" presName="node" presStyleLbl="node1" presStyleIdx="4" presStyleCnt="6" custLinFactNeighborX="-409" custLinFactNeighborY="628">
        <dgm:presLayoutVars>
          <dgm:bulletEnabled val="1"/>
        </dgm:presLayoutVars>
      </dgm:prSet>
      <dgm:spPr/>
    </dgm:pt>
    <dgm:pt modelId="{E6DBDAFE-225B-4FF9-B5F9-E8801B110BCC}" type="pres">
      <dgm:prSet presAssocID="{110AA476-DAB6-4846-BCDE-72367A0562D0}" presName="sibTrans" presStyleLbl="sibTrans1D1" presStyleIdx="4" presStyleCnt="5"/>
      <dgm:spPr/>
    </dgm:pt>
    <dgm:pt modelId="{9E3657DA-5D5D-4036-A436-1086BB7FFC8A}" type="pres">
      <dgm:prSet presAssocID="{110AA476-DAB6-4846-BCDE-72367A0562D0}" presName="connectorText" presStyleLbl="sibTrans1D1" presStyleIdx="4" presStyleCnt="5"/>
      <dgm:spPr/>
    </dgm:pt>
    <dgm:pt modelId="{47961855-C194-45AB-953A-5AB2C9B9582B}" type="pres">
      <dgm:prSet presAssocID="{37ADA0D2-4F39-43D8-BC20-E46D943DD7ED}" presName="node" presStyleLbl="node1" presStyleIdx="5" presStyleCnt="6">
        <dgm:presLayoutVars>
          <dgm:bulletEnabled val="1"/>
        </dgm:presLayoutVars>
      </dgm:prSet>
      <dgm:spPr/>
    </dgm:pt>
  </dgm:ptLst>
  <dgm:cxnLst>
    <dgm:cxn modelId="{700D282F-EC37-495C-B7C3-1C18DC258268}" type="presOf" srcId="{110AA476-DAB6-4846-BCDE-72367A0562D0}" destId="{E6DBDAFE-225B-4FF9-B5F9-E8801B110BCC}" srcOrd="0" destOrd="0" presId="urn:microsoft.com/office/officeart/2016/7/layout/RepeatingBendingProcessNew"/>
    <dgm:cxn modelId="{9A8E8C36-122C-4232-95DC-77945C473808}" type="presOf" srcId="{1591B1E4-8CC1-498A-B05A-962787130DE9}" destId="{373F067C-80DD-40AC-B21F-11081D6739AB}" srcOrd="0" destOrd="0" presId="urn:microsoft.com/office/officeart/2016/7/layout/RepeatingBendingProcessNew"/>
    <dgm:cxn modelId="{71D1E364-1A7C-415A-BB2B-278BF046F926}" type="presOf" srcId="{7AC5D051-D0F9-4AC1-B0AC-37FC1ABFB82D}" destId="{C94C193B-AE87-45A7-B04E-CE884B062573}" srcOrd="1" destOrd="0" presId="urn:microsoft.com/office/officeart/2016/7/layout/RepeatingBendingProcessNew"/>
    <dgm:cxn modelId="{E37FAF65-EAE7-4ECD-8EDA-3DE8649DDB71}" type="presOf" srcId="{44B5C6D9-54E1-4A17-83E9-404E5739868C}" destId="{1D84058B-5C55-4392-80F1-81706A4C1018}" srcOrd="0" destOrd="0" presId="urn:microsoft.com/office/officeart/2016/7/layout/RepeatingBendingProcessNew"/>
    <dgm:cxn modelId="{09C1E84F-0144-43A3-A10B-E1B56BC3149B}" srcId="{3C71309D-C26F-42EF-B433-8662B83DC9B6}" destId="{FDBC5737-2203-46B7-A641-1863C5367674}" srcOrd="0" destOrd="0" parTransId="{B05B2D80-56FE-4EF7-9C00-08456023CEBA}" sibTransId="{EF99043C-7C26-4C4D-B9FD-9DE4F0734884}"/>
    <dgm:cxn modelId="{C1193D54-0BF0-46D2-89B8-EF7BE7FC541C}" type="presOf" srcId="{BF798C06-E11F-44A5-BE8C-02C4D9054E85}" destId="{D6CFB84C-0CAC-4ACB-A022-5EDFF94FC47A}" srcOrd="0" destOrd="0" presId="urn:microsoft.com/office/officeart/2016/7/layout/RepeatingBendingProcessNew"/>
    <dgm:cxn modelId="{4D692E57-80FF-4B79-8385-4DDFC94B61A0}" type="presOf" srcId="{FDBC5737-2203-46B7-A641-1863C5367674}" destId="{8C44CF78-F7AC-419A-BAF1-58E4934517E9}" srcOrd="0" destOrd="0" presId="urn:microsoft.com/office/officeart/2016/7/layout/RepeatingBendingProcessNew"/>
    <dgm:cxn modelId="{68BD9D7B-04AE-4AA2-A290-2CE9CE9EF47F}" srcId="{3C71309D-C26F-42EF-B433-8662B83DC9B6}" destId="{1591B1E4-8CC1-498A-B05A-962787130DE9}" srcOrd="4" destOrd="0" parTransId="{179A4BEE-B2BD-4565-BBF0-D3F0AA7E90C3}" sibTransId="{110AA476-DAB6-4846-BCDE-72367A0562D0}"/>
    <dgm:cxn modelId="{B47E8D81-EC17-44D7-98BF-07BD1AE52EE7}" type="presOf" srcId="{110AA476-DAB6-4846-BCDE-72367A0562D0}" destId="{9E3657DA-5D5D-4036-A436-1086BB7FFC8A}" srcOrd="1" destOrd="0" presId="urn:microsoft.com/office/officeart/2016/7/layout/RepeatingBendingProcessNew"/>
    <dgm:cxn modelId="{5CCCEA92-56CC-44FA-B0B0-A3BEF615290E}" srcId="{3C71309D-C26F-42EF-B433-8662B83DC9B6}" destId="{D206B647-3605-4513-9B38-37A79C8C25EA}" srcOrd="1" destOrd="0" parTransId="{91AED14C-371B-4121-9270-FFC41734FC97}" sibTransId="{44B5C6D9-54E1-4A17-83E9-404E5739868C}"/>
    <dgm:cxn modelId="{A863BE99-9190-4B24-8A00-E9C82E25AAB8}" type="presOf" srcId="{7AC5D051-D0F9-4AC1-B0AC-37FC1ABFB82D}" destId="{5532E8B7-6647-4FF3-BF11-B3D233472133}" srcOrd="0" destOrd="0" presId="urn:microsoft.com/office/officeart/2016/7/layout/RepeatingBendingProcessNew"/>
    <dgm:cxn modelId="{8875B39A-8089-4A49-BCC7-1044CA716B66}" type="presOf" srcId="{765D898C-CD0C-45DD-AB02-7D2B3F79EE86}" destId="{856E3728-B61C-46CA-BCD5-EDE05D4FD3EE}" srcOrd="0" destOrd="0" presId="urn:microsoft.com/office/officeart/2016/7/layout/RepeatingBendingProcessNew"/>
    <dgm:cxn modelId="{52C3D8A5-5297-425F-909A-7800800BC9F9}" type="presOf" srcId="{EF99043C-7C26-4C4D-B9FD-9DE4F0734884}" destId="{FC836F36-FC62-4486-A9EC-73AACD4ADAD0}" srcOrd="1" destOrd="0" presId="urn:microsoft.com/office/officeart/2016/7/layout/RepeatingBendingProcessNew"/>
    <dgm:cxn modelId="{9AAEE3A8-6514-4C8F-BEA4-4BE5DCACA570}" type="presOf" srcId="{BF798C06-E11F-44A5-BE8C-02C4D9054E85}" destId="{E748A795-80B0-4BAD-B677-0B4C11B5A895}" srcOrd="1" destOrd="0" presId="urn:microsoft.com/office/officeart/2016/7/layout/RepeatingBendingProcessNew"/>
    <dgm:cxn modelId="{E020B6AF-0B5D-465A-945D-83D8E738A4CD}" type="presOf" srcId="{44B5C6D9-54E1-4A17-83E9-404E5739868C}" destId="{F78967F5-40BF-4067-94A3-B3C67C415D5F}" srcOrd="1" destOrd="0" presId="urn:microsoft.com/office/officeart/2016/7/layout/RepeatingBendingProcessNew"/>
    <dgm:cxn modelId="{F3CC0EC4-41CE-4E89-AD79-CAA20911D5E0}" srcId="{3C71309D-C26F-42EF-B433-8662B83DC9B6}" destId="{BC424379-9029-4A27-91A2-18EDBF6A70E4}" srcOrd="3" destOrd="0" parTransId="{AC91DDF4-F05C-4746-B40F-582DDB5FC8A7}" sibTransId="{7AC5D051-D0F9-4AC1-B0AC-37FC1ABFB82D}"/>
    <dgm:cxn modelId="{5E979CC6-5939-470E-8D92-29D3753F4AA9}" type="presOf" srcId="{37ADA0D2-4F39-43D8-BC20-E46D943DD7ED}" destId="{47961855-C194-45AB-953A-5AB2C9B9582B}" srcOrd="0" destOrd="0" presId="urn:microsoft.com/office/officeart/2016/7/layout/RepeatingBendingProcessNew"/>
    <dgm:cxn modelId="{3D74C6D0-1326-4FF9-86BF-5505057F91F5}" srcId="{3C71309D-C26F-42EF-B433-8662B83DC9B6}" destId="{765D898C-CD0C-45DD-AB02-7D2B3F79EE86}" srcOrd="2" destOrd="0" parTransId="{31711925-8B95-48AB-9FB1-61FC31B86138}" sibTransId="{BF798C06-E11F-44A5-BE8C-02C4D9054E85}"/>
    <dgm:cxn modelId="{C184B4D4-1F2A-4522-BCFD-4B36F5D769B9}" type="presOf" srcId="{EF99043C-7C26-4C4D-B9FD-9DE4F0734884}" destId="{E54EB861-CC9C-4362-979E-3DFAE38FAA8E}" srcOrd="0" destOrd="0" presId="urn:microsoft.com/office/officeart/2016/7/layout/RepeatingBendingProcessNew"/>
    <dgm:cxn modelId="{B2EE51D6-3E1A-4762-BF97-1104B6D15352}" type="presOf" srcId="{D206B647-3605-4513-9B38-37A79C8C25EA}" destId="{3F1462F9-4E00-4A60-87E9-4148168841B0}" srcOrd="0" destOrd="0" presId="urn:microsoft.com/office/officeart/2016/7/layout/RepeatingBendingProcessNew"/>
    <dgm:cxn modelId="{E23FBCDE-E0CE-4584-8E84-8922A7DACDD1}" srcId="{3C71309D-C26F-42EF-B433-8662B83DC9B6}" destId="{37ADA0D2-4F39-43D8-BC20-E46D943DD7ED}" srcOrd="5" destOrd="0" parTransId="{FB7BD484-4A1D-466F-9EAA-6D80860B712C}" sibTransId="{ADB7FF47-8109-46D5-A260-7D9FBB27BB86}"/>
    <dgm:cxn modelId="{1D4DBFE0-E814-430F-9DF2-4A6D4CDDF034}" type="presOf" srcId="{3C71309D-C26F-42EF-B433-8662B83DC9B6}" destId="{85008656-1C61-473B-9983-C5FA2E59578C}" srcOrd="0" destOrd="0" presId="urn:microsoft.com/office/officeart/2016/7/layout/RepeatingBendingProcessNew"/>
    <dgm:cxn modelId="{5E49D9E1-FA12-44E1-9726-626599133F35}" type="presOf" srcId="{BC424379-9029-4A27-91A2-18EDBF6A70E4}" destId="{B80EFCD7-40D5-4A7D-B5A3-36806268945A}" srcOrd="0" destOrd="0" presId="urn:microsoft.com/office/officeart/2016/7/layout/RepeatingBendingProcessNew"/>
    <dgm:cxn modelId="{0F1E438F-ACC0-4D39-8B2A-EF5448CB84DB}" type="presParOf" srcId="{85008656-1C61-473B-9983-C5FA2E59578C}" destId="{8C44CF78-F7AC-419A-BAF1-58E4934517E9}" srcOrd="0" destOrd="0" presId="urn:microsoft.com/office/officeart/2016/7/layout/RepeatingBendingProcessNew"/>
    <dgm:cxn modelId="{47DD8CFB-EC4D-4417-BB2F-4EF29B0F66ED}" type="presParOf" srcId="{85008656-1C61-473B-9983-C5FA2E59578C}" destId="{E54EB861-CC9C-4362-979E-3DFAE38FAA8E}" srcOrd="1" destOrd="0" presId="urn:microsoft.com/office/officeart/2016/7/layout/RepeatingBendingProcessNew"/>
    <dgm:cxn modelId="{06DC1F52-609E-48C4-B2B0-1E6F500C410B}" type="presParOf" srcId="{E54EB861-CC9C-4362-979E-3DFAE38FAA8E}" destId="{FC836F36-FC62-4486-A9EC-73AACD4ADAD0}" srcOrd="0" destOrd="0" presId="urn:microsoft.com/office/officeart/2016/7/layout/RepeatingBendingProcessNew"/>
    <dgm:cxn modelId="{B877791C-D9EB-490F-BE1C-B07E33B8F616}" type="presParOf" srcId="{85008656-1C61-473B-9983-C5FA2E59578C}" destId="{3F1462F9-4E00-4A60-87E9-4148168841B0}" srcOrd="2" destOrd="0" presId="urn:microsoft.com/office/officeart/2016/7/layout/RepeatingBendingProcessNew"/>
    <dgm:cxn modelId="{F253D7E9-78AA-43D6-B546-978DED1F7675}" type="presParOf" srcId="{85008656-1C61-473B-9983-C5FA2E59578C}" destId="{1D84058B-5C55-4392-80F1-81706A4C1018}" srcOrd="3" destOrd="0" presId="urn:microsoft.com/office/officeart/2016/7/layout/RepeatingBendingProcessNew"/>
    <dgm:cxn modelId="{32352873-4CDE-4C11-A0B7-F795343D420B}" type="presParOf" srcId="{1D84058B-5C55-4392-80F1-81706A4C1018}" destId="{F78967F5-40BF-4067-94A3-B3C67C415D5F}" srcOrd="0" destOrd="0" presId="urn:microsoft.com/office/officeart/2016/7/layout/RepeatingBendingProcessNew"/>
    <dgm:cxn modelId="{4EC8BB9A-C5E9-4126-9797-5C502943D731}" type="presParOf" srcId="{85008656-1C61-473B-9983-C5FA2E59578C}" destId="{856E3728-B61C-46CA-BCD5-EDE05D4FD3EE}" srcOrd="4" destOrd="0" presId="urn:microsoft.com/office/officeart/2016/7/layout/RepeatingBendingProcessNew"/>
    <dgm:cxn modelId="{B710A505-6296-462B-AC16-6FF3AF17F5E4}" type="presParOf" srcId="{85008656-1C61-473B-9983-C5FA2E59578C}" destId="{D6CFB84C-0CAC-4ACB-A022-5EDFF94FC47A}" srcOrd="5" destOrd="0" presId="urn:microsoft.com/office/officeart/2016/7/layout/RepeatingBendingProcessNew"/>
    <dgm:cxn modelId="{1C2AFF3F-AE43-4443-B075-9A3CD90EDF99}" type="presParOf" srcId="{D6CFB84C-0CAC-4ACB-A022-5EDFF94FC47A}" destId="{E748A795-80B0-4BAD-B677-0B4C11B5A895}" srcOrd="0" destOrd="0" presId="urn:microsoft.com/office/officeart/2016/7/layout/RepeatingBendingProcessNew"/>
    <dgm:cxn modelId="{6E6EC8A3-62D7-492F-9E20-C71883E7FC21}" type="presParOf" srcId="{85008656-1C61-473B-9983-C5FA2E59578C}" destId="{B80EFCD7-40D5-4A7D-B5A3-36806268945A}" srcOrd="6" destOrd="0" presId="urn:microsoft.com/office/officeart/2016/7/layout/RepeatingBendingProcessNew"/>
    <dgm:cxn modelId="{412BA2A0-D4BA-4C57-B04C-FB42ACF97CDB}" type="presParOf" srcId="{85008656-1C61-473B-9983-C5FA2E59578C}" destId="{5532E8B7-6647-4FF3-BF11-B3D233472133}" srcOrd="7" destOrd="0" presId="urn:microsoft.com/office/officeart/2016/7/layout/RepeatingBendingProcessNew"/>
    <dgm:cxn modelId="{02722C4E-8FC8-43BC-9120-DADBE0F42780}" type="presParOf" srcId="{5532E8B7-6647-4FF3-BF11-B3D233472133}" destId="{C94C193B-AE87-45A7-B04E-CE884B062573}" srcOrd="0" destOrd="0" presId="urn:microsoft.com/office/officeart/2016/7/layout/RepeatingBendingProcessNew"/>
    <dgm:cxn modelId="{39B822A9-9EAF-4D61-A432-CB86C0DA6E9A}" type="presParOf" srcId="{85008656-1C61-473B-9983-C5FA2E59578C}" destId="{373F067C-80DD-40AC-B21F-11081D6739AB}" srcOrd="8" destOrd="0" presId="urn:microsoft.com/office/officeart/2016/7/layout/RepeatingBendingProcessNew"/>
    <dgm:cxn modelId="{CDCFE811-3ECB-4503-A4FA-4B2CA9EB1037}" type="presParOf" srcId="{85008656-1C61-473B-9983-C5FA2E59578C}" destId="{E6DBDAFE-225B-4FF9-B5F9-E8801B110BCC}" srcOrd="9" destOrd="0" presId="urn:microsoft.com/office/officeart/2016/7/layout/RepeatingBendingProcessNew"/>
    <dgm:cxn modelId="{3C173097-3300-40EA-A715-84A8246356A6}" type="presParOf" srcId="{E6DBDAFE-225B-4FF9-B5F9-E8801B110BCC}" destId="{9E3657DA-5D5D-4036-A436-1086BB7FFC8A}" srcOrd="0" destOrd="0" presId="urn:microsoft.com/office/officeart/2016/7/layout/RepeatingBendingProcessNew"/>
    <dgm:cxn modelId="{FD4FD83D-7B92-489E-A21B-D63858DBD2EF}" type="presParOf" srcId="{85008656-1C61-473B-9983-C5FA2E59578C}" destId="{47961855-C194-45AB-953A-5AB2C9B9582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FC6BF-E125-4316-9AE7-B1229DDC0B50}">
      <dsp:nvSpPr>
        <dsp:cNvPr id="0" name=""/>
        <dsp:cNvSpPr/>
      </dsp:nvSpPr>
      <dsp:spPr>
        <a:xfrm>
          <a:off x="0" y="142086"/>
          <a:ext cx="6333067" cy="163230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516" tIns="124968" rIns="491516" bIns="85344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Confidential information is not be entered into a generative AI or LLM tool, due to the risk of such information being shared in the public domain. 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Examples of confidential information include personal information (e.g. name, date of birth, passport details, etc.) </a:t>
          </a:r>
          <a:r>
            <a:rPr lang="en-US" sz="1200" kern="1200" dirty="0">
              <a:solidFill>
                <a:srgbClr val="FF0000"/>
              </a:solidFill>
            </a:rPr>
            <a:t>and</a:t>
          </a:r>
          <a:r>
            <a:rPr lang="en-US" sz="1200" strike="sngStrike" kern="1200" dirty="0">
              <a:solidFill>
                <a:srgbClr val="FF0000"/>
              </a:solidFill>
            </a:rPr>
            <a:t>,</a:t>
          </a:r>
          <a:r>
            <a:rPr lang="en-US" sz="1200" kern="1200" dirty="0"/>
            <a:t> sensitive company information (e.g. pricing information, client details, trade secrets, etc.). [</a:t>
          </a:r>
          <a:r>
            <a:rPr lang="en-US" sz="1200" kern="1200" dirty="0">
              <a:solidFill>
                <a:srgbClr val="FF0000"/>
              </a:solidFill>
            </a:rPr>
            <a:t>Note: I would think we would want people to avoid entering our company names/company identifiers generally</a:t>
          </a:r>
          <a:r>
            <a:rPr lang="en-US" sz="1200" kern="1200" dirty="0"/>
            <a:t>]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You are required to follow all applicable data privacy laws and our core values, policies and code of conduct when using generative AI and LLMs.</a:t>
          </a:r>
        </a:p>
      </dsp:txBody>
      <dsp:txXfrm>
        <a:off x="0" y="142086"/>
        <a:ext cx="6333067" cy="1632307"/>
      </dsp:txXfrm>
    </dsp:sp>
    <dsp:sp modelId="{8600673A-934E-437C-98F3-4BD9F1599B85}">
      <dsp:nvSpPr>
        <dsp:cNvPr id="0" name=""/>
        <dsp:cNvSpPr/>
      </dsp:nvSpPr>
      <dsp:spPr>
        <a:xfrm>
          <a:off x="316653" y="53526"/>
          <a:ext cx="4433146" cy="1771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562" tIns="0" rIns="16756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u="none" kern="1200" dirty="0"/>
            <a:t>Confidentiality</a:t>
          </a:r>
          <a:r>
            <a:rPr lang="en-US" sz="1000" b="1" u="sng" kern="1200" dirty="0"/>
            <a:t> </a:t>
          </a:r>
          <a:endParaRPr lang="en-US" sz="1000" kern="1200" dirty="0"/>
        </a:p>
      </dsp:txBody>
      <dsp:txXfrm>
        <a:off x="325299" y="62172"/>
        <a:ext cx="4415854" cy="159828"/>
      </dsp:txXfrm>
    </dsp:sp>
    <dsp:sp modelId="{C8F1F7B6-D55F-43B0-94CC-51C0ED3F50FC}">
      <dsp:nvSpPr>
        <dsp:cNvPr id="0" name=""/>
        <dsp:cNvSpPr/>
      </dsp:nvSpPr>
      <dsp:spPr>
        <a:xfrm>
          <a:off x="0" y="1895354"/>
          <a:ext cx="6333067" cy="1115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516" tIns="124968" rIns="491516" bIns="85344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You are to adhere to copyright laws when utilising generative AI and LLMs. 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Be careful when using generative AI and LLMs </a:t>
          </a:r>
          <a:r>
            <a:rPr lang="en-US" sz="1200" kern="1200" dirty="0">
              <a:solidFill>
                <a:srgbClr val="FF0000"/>
              </a:solidFill>
            </a:rPr>
            <a:t>not </a:t>
          </a:r>
          <a:r>
            <a:rPr lang="en-US" sz="1200" kern="1200" dirty="0"/>
            <a:t>to generate content that infringes upon the intellectual property rights of others. 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If you are unsure whether a particular use of generative AI and LLMs constitutes copyright infringement, you should contact the legal department for guidance. </a:t>
          </a:r>
        </a:p>
      </dsp:txBody>
      <dsp:txXfrm>
        <a:off x="0" y="1895354"/>
        <a:ext cx="6333067" cy="1115100"/>
      </dsp:txXfrm>
    </dsp:sp>
    <dsp:sp modelId="{0D97AB8D-1E9A-4609-A725-DBCBACC77A62}">
      <dsp:nvSpPr>
        <dsp:cNvPr id="0" name=""/>
        <dsp:cNvSpPr/>
      </dsp:nvSpPr>
      <dsp:spPr>
        <a:xfrm>
          <a:off x="316653" y="1806794"/>
          <a:ext cx="4433146" cy="1771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562" tIns="0" rIns="16756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u="none" kern="1200" dirty="0"/>
            <a:t>Copyright</a:t>
          </a:r>
          <a:endParaRPr lang="en-US" sz="1200" u="none" kern="1200" dirty="0"/>
        </a:p>
      </dsp:txBody>
      <dsp:txXfrm>
        <a:off x="325299" y="1815440"/>
        <a:ext cx="4415854" cy="159828"/>
      </dsp:txXfrm>
    </dsp:sp>
    <dsp:sp modelId="{83E51294-C7BC-40DE-8244-5FB46FE749F1}">
      <dsp:nvSpPr>
        <dsp:cNvPr id="0" name=""/>
        <dsp:cNvSpPr/>
      </dsp:nvSpPr>
      <dsp:spPr>
        <a:xfrm>
          <a:off x="0" y="3125548"/>
          <a:ext cx="6333067" cy="1776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516" tIns="124968" rIns="491516" bIns="85344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Generative AI and LLMs are to be used ethically and in compliance with all applicable laws, regulations, our policies and code of conduct. 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You are not </a:t>
          </a:r>
          <a:r>
            <a:rPr lang="en-US" sz="1200" kern="1200" dirty="0">
              <a:solidFill>
                <a:srgbClr val="FF0000"/>
              </a:solidFill>
            </a:rPr>
            <a:t>permitted to </a:t>
          </a:r>
          <a:r>
            <a:rPr lang="en-US" sz="1200" kern="1200" dirty="0"/>
            <a:t>use generative AI and LLMs to generate content that is discriminatory, offensive</a:t>
          </a:r>
          <a:r>
            <a:rPr lang="en-US" sz="1200" strike="sngStrike" kern="1200" dirty="0">
              <a:solidFill>
                <a:srgbClr val="FF0000"/>
              </a:solidFill>
            </a:rPr>
            <a:t>,</a:t>
          </a:r>
          <a:r>
            <a:rPr lang="en-US" sz="1200" kern="1200" dirty="0"/>
            <a:t> or inappropriate, and as such are to refrain from using discriminatory, offensive, inappropriate and/or bias language when using generative AI and LLMs. 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If there are any doubts about the appropriateness of using generative AI and LLMs in a particular situation, you should consult </a:t>
          </a:r>
          <a:r>
            <a:rPr lang="en-US" sz="1200" strike="sngStrike" kern="1200" dirty="0">
              <a:solidFill>
                <a:srgbClr val="FF0000"/>
              </a:solidFill>
            </a:rPr>
            <a:t>with </a:t>
          </a:r>
          <a:r>
            <a:rPr lang="en-US" sz="1200" kern="1200" dirty="0"/>
            <a:t>your line manager or the legal department.</a:t>
          </a:r>
        </a:p>
      </dsp:txBody>
      <dsp:txXfrm>
        <a:off x="0" y="3125548"/>
        <a:ext cx="6333067" cy="1776600"/>
      </dsp:txXfrm>
    </dsp:sp>
    <dsp:sp modelId="{F2CA8C14-1FAC-45E6-A717-464F2CBA86D1}">
      <dsp:nvSpPr>
        <dsp:cNvPr id="0" name=""/>
        <dsp:cNvSpPr/>
      </dsp:nvSpPr>
      <dsp:spPr>
        <a:xfrm>
          <a:off x="309778" y="3017358"/>
          <a:ext cx="4433146" cy="1771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562" tIns="0" rIns="16756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u="none" kern="1200" dirty="0"/>
            <a:t>Ethical Use</a:t>
          </a:r>
          <a:endParaRPr lang="en-US" sz="1200" u="none" kern="1200" dirty="0"/>
        </a:p>
      </dsp:txBody>
      <dsp:txXfrm>
        <a:off x="318424" y="3026004"/>
        <a:ext cx="4415854" cy="159828"/>
      </dsp:txXfrm>
    </dsp:sp>
    <dsp:sp modelId="{00A0BB89-05C8-4C45-AC78-F9CD2F5D7AE1}">
      <dsp:nvSpPr>
        <dsp:cNvPr id="0" name=""/>
        <dsp:cNvSpPr/>
      </dsp:nvSpPr>
      <dsp:spPr>
        <a:xfrm>
          <a:off x="0" y="5000672"/>
          <a:ext cx="6333067" cy="548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516" tIns="124968" rIns="491516" bIns="85344" numCol="1" spcCol="1270" anchor="t" anchorCtr="0">
          <a:noAutofit/>
        </a:bodyPr>
        <a:lstStyle/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Consider whether your AI generated content should be labelled, e.g. presentations, reports, images, etc.  “</a:t>
          </a:r>
          <a:r>
            <a:rPr lang="en-US" sz="1200" i="1" kern="1200" dirty="0"/>
            <a:t>This content was created with the assistance of AI</a:t>
          </a:r>
          <a:r>
            <a:rPr lang="en-US" sz="1200" kern="1200" dirty="0"/>
            <a:t>”.</a:t>
          </a:r>
        </a:p>
      </dsp:txBody>
      <dsp:txXfrm>
        <a:off x="0" y="5000672"/>
        <a:ext cx="6333067" cy="548100"/>
      </dsp:txXfrm>
    </dsp:sp>
    <dsp:sp modelId="{7D2522E5-B663-4876-B0F6-3CCB24BFB028}">
      <dsp:nvSpPr>
        <dsp:cNvPr id="0" name=""/>
        <dsp:cNvSpPr/>
      </dsp:nvSpPr>
      <dsp:spPr>
        <a:xfrm>
          <a:off x="316653" y="4902636"/>
          <a:ext cx="4433146" cy="1771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562" tIns="0" rIns="167562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u="none" kern="1200" dirty="0"/>
            <a:t>Label</a:t>
          </a:r>
          <a:r>
            <a:rPr lang="en-US" sz="900" b="1" u="sng" kern="1200" dirty="0"/>
            <a:t> </a:t>
          </a:r>
          <a:endParaRPr lang="en-US" sz="900" kern="1200" dirty="0"/>
        </a:p>
      </dsp:txBody>
      <dsp:txXfrm>
        <a:off x="325299" y="4911282"/>
        <a:ext cx="4415854" cy="1598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EB861-CC9C-4362-979E-3DFAE38FAA8E}">
      <dsp:nvSpPr>
        <dsp:cNvPr id="0" name=""/>
        <dsp:cNvSpPr/>
      </dsp:nvSpPr>
      <dsp:spPr>
        <a:xfrm>
          <a:off x="3330577" y="833095"/>
          <a:ext cx="63624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222" y="45720"/>
              </a:lnTo>
              <a:lnTo>
                <a:pt x="335222" y="47613"/>
              </a:lnTo>
              <a:lnTo>
                <a:pt x="636244" y="47613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632028" y="875446"/>
        <a:ext cx="33342" cy="6737"/>
      </dsp:txXfrm>
    </dsp:sp>
    <dsp:sp modelId="{8C44CF78-F7AC-419A-BAF1-58E4934517E9}">
      <dsp:nvSpPr>
        <dsp:cNvPr id="0" name=""/>
        <dsp:cNvSpPr/>
      </dsp:nvSpPr>
      <dsp:spPr>
        <a:xfrm>
          <a:off x="402993" y="0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u="none" kern="1200" dirty="0"/>
            <a:t>FEEDBACK</a:t>
          </a:r>
          <a:endParaRPr lang="en-US" sz="1300" u="none" kern="1200" dirty="0"/>
        </a:p>
      </dsp:txBody>
      <dsp:txXfrm>
        <a:off x="402993" y="0"/>
        <a:ext cx="2929383" cy="1757630"/>
      </dsp:txXfrm>
    </dsp:sp>
    <dsp:sp modelId="{1D84058B-5C55-4392-80F1-81706A4C1018}">
      <dsp:nvSpPr>
        <dsp:cNvPr id="0" name=""/>
        <dsp:cNvSpPr/>
      </dsp:nvSpPr>
      <dsp:spPr>
        <a:xfrm>
          <a:off x="6926806" y="834988"/>
          <a:ext cx="6431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3158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231541" y="877339"/>
        <a:ext cx="33687" cy="6737"/>
      </dsp:txXfrm>
    </dsp:sp>
    <dsp:sp modelId="{3F1462F9-4E00-4A60-87E9-4148168841B0}">
      <dsp:nvSpPr>
        <dsp:cNvPr id="0" name=""/>
        <dsp:cNvSpPr/>
      </dsp:nvSpPr>
      <dsp:spPr>
        <a:xfrm>
          <a:off x="3999222" y="1893"/>
          <a:ext cx="2929383" cy="17576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You are encouraged to provide feedback on any problems or problematic responses generated during use of generative AI tools. Please report any problems or provide feedback to the IT department. </a:t>
          </a:r>
        </a:p>
      </dsp:txBody>
      <dsp:txXfrm>
        <a:off x="3999222" y="1893"/>
        <a:ext cx="2929383" cy="1757630"/>
      </dsp:txXfrm>
    </dsp:sp>
    <dsp:sp modelId="{D6CFB84C-0CAC-4ACB-A022-5EDFF94FC47A}">
      <dsp:nvSpPr>
        <dsp:cNvPr id="0" name=""/>
        <dsp:cNvSpPr/>
      </dsp:nvSpPr>
      <dsp:spPr>
        <a:xfrm>
          <a:off x="1860772" y="1757723"/>
          <a:ext cx="7206284" cy="643158"/>
        </a:xfrm>
        <a:custGeom>
          <a:avLst/>
          <a:gdLst/>
          <a:ahLst/>
          <a:cxnLst/>
          <a:rect l="0" t="0" r="0" b="0"/>
          <a:pathLst>
            <a:path>
              <a:moveTo>
                <a:pt x="7206284" y="0"/>
              </a:moveTo>
              <a:lnTo>
                <a:pt x="7206284" y="338679"/>
              </a:lnTo>
              <a:lnTo>
                <a:pt x="0" y="338679"/>
              </a:lnTo>
              <a:lnTo>
                <a:pt x="0" y="643158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5282971" y="2075933"/>
        <a:ext cx="361885" cy="6737"/>
      </dsp:txXfrm>
    </dsp:sp>
    <dsp:sp modelId="{856E3728-B61C-46CA-BCD5-EDE05D4FD3EE}">
      <dsp:nvSpPr>
        <dsp:cNvPr id="0" name=""/>
        <dsp:cNvSpPr/>
      </dsp:nvSpPr>
      <dsp:spPr>
        <a:xfrm>
          <a:off x="7602364" y="1893"/>
          <a:ext cx="2929383" cy="17576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u="none" kern="1200" dirty="0"/>
            <a:t>COMPLIANCE</a:t>
          </a:r>
          <a:endParaRPr lang="en-US" sz="1300" u="none" kern="1200" dirty="0"/>
        </a:p>
      </dsp:txBody>
      <dsp:txXfrm>
        <a:off x="7602364" y="1893"/>
        <a:ext cx="2929383" cy="1757630"/>
      </dsp:txXfrm>
    </dsp:sp>
    <dsp:sp modelId="{5532E8B7-6647-4FF3-BF11-B3D233472133}">
      <dsp:nvSpPr>
        <dsp:cNvPr id="0" name=""/>
        <dsp:cNvSpPr/>
      </dsp:nvSpPr>
      <dsp:spPr>
        <a:xfrm>
          <a:off x="3323664" y="3266376"/>
          <a:ext cx="6311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2688" y="45720"/>
              </a:lnTo>
              <a:lnTo>
                <a:pt x="332688" y="47613"/>
              </a:lnTo>
              <a:lnTo>
                <a:pt x="631177" y="47613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622708" y="3308728"/>
        <a:ext cx="33088" cy="6737"/>
      </dsp:txXfrm>
    </dsp:sp>
    <dsp:sp modelId="{B80EFCD7-40D5-4A7D-B5A3-36806268945A}">
      <dsp:nvSpPr>
        <dsp:cNvPr id="0" name=""/>
        <dsp:cNvSpPr/>
      </dsp:nvSpPr>
      <dsp:spPr>
        <a:xfrm>
          <a:off x="396080" y="2433281"/>
          <a:ext cx="2929383" cy="17576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Regular monitoring of AILLM interactions may be conducted by IT to identify that generative AI and LLMs </a:t>
          </a:r>
          <a:r>
            <a:rPr lang="en-US" sz="1300" kern="1200" dirty="0">
              <a:solidFill>
                <a:srgbClr val="FF0000"/>
              </a:solidFill>
            </a:rPr>
            <a:t>are </a:t>
          </a:r>
          <a:r>
            <a:rPr lang="en-US" sz="1300" strike="sngStrike" kern="1200" dirty="0">
              <a:solidFill>
                <a:srgbClr val="FF0000"/>
              </a:solidFill>
            </a:rPr>
            <a:t>is</a:t>
          </a:r>
          <a:r>
            <a:rPr lang="en-US" sz="1300" kern="1200" dirty="0"/>
            <a:t> being used properly and in accordance with these guidelines. Any violations of these guidelines should be reported to IT or the legal department. </a:t>
          </a:r>
        </a:p>
      </dsp:txBody>
      <dsp:txXfrm>
        <a:off x="396080" y="2433281"/>
        <a:ext cx="2929383" cy="1757630"/>
      </dsp:txXfrm>
    </dsp:sp>
    <dsp:sp modelId="{E6DBDAFE-225B-4FF9-B5F9-E8801B110BCC}">
      <dsp:nvSpPr>
        <dsp:cNvPr id="0" name=""/>
        <dsp:cNvSpPr/>
      </dsp:nvSpPr>
      <dsp:spPr>
        <a:xfrm>
          <a:off x="6914825" y="3266376"/>
          <a:ext cx="6551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7613"/>
              </a:moveTo>
              <a:lnTo>
                <a:pt x="344669" y="47613"/>
              </a:lnTo>
              <a:lnTo>
                <a:pt x="344669" y="45720"/>
              </a:lnTo>
              <a:lnTo>
                <a:pt x="655139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225251" y="3308728"/>
        <a:ext cx="34287" cy="6737"/>
      </dsp:txXfrm>
    </dsp:sp>
    <dsp:sp modelId="{373F067C-80DD-40AC-B21F-11081D6739AB}">
      <dsp:nvSpPr>
        <dsp:cNvPr id="0" name=""/>
        <dsp:cNvSpPr/>
      </dsp:nvSpPr>
      <dsp:spPr>
        <a:xfrm>
          <a:off x="3987241" y="2435174"/>
          <a:ext cx="2929383" cy="17576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u="none" kern="1200" dirty="0"/>
            <a:t>REVIEW</a:t>
          </a:r>
          <a:endParaRPr lang="en-US" sz="1300" u="none" kern="1200" dirty="0"/>
        </a:p>
      </dsp:txBody>
      <dsp:txXfrm>
        <a:off x="3987241" y="2435174"/>
        <a:ext cx="2929383" cy="1757630"/>
      </dsp:txXfrm>
    </dsp:sp>
    <dsp:sp modelId="{47961855-C194-45AB-953A-5AB2C9B9582B}">
      <dsp:nvSpPr>
        <dsp:cNvPr id="0" name=""/>
        <dsp:cNvSpPr/>
      </dsp:nvSpPr>
      <dsp:spPr>
        <a:xfrm>
          <a:off x="7602364" y="2433281"/>
          <a:ext cx="2929383" cy="17576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542" tIns="150673" rIns="143542" bIns="15067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These guidelines will be reviewed periodically and updated as necessary to ensure continued compliance with all applicable laws, regulations, company core values, policies and code</a:t>
          </a:r>
          <a:r>
            <a:rPr lang="en-US" sz="1300" kern="1200" dirty="0">
              <a:solidFill>
                <a:srgbClr val="FF0000"/>
              </a:solidFill>
            </a:rPr>
            <a:t>s</a:t>
          </a:r>
          <a:r>
            <a:rPr lang="en-US" sz="1300" kern="1200" dirty="0"/>
            <a:t> of conduct.</a:t>
          </a:r>
        </a:p>
      </dsp:txBody>
      <dsp:txXfrm>
        <a:off x="7602364" y="2433281"/>
        <a:ext cx="2929383" cy="1757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8C34FE-E90F-0849-768C-0F26ABC009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0E26C-ED0F-0B12-EDF7-5F5B14CA03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BC89E-BBC5-4474-AD0E-6B2C99C507EE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72327-7B3F-103F-D3C3-088012C2BC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21.02.2024 Version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4C910-8993-40DE-9BFB-042C676793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00849-826B-443A-8458-D5B5CAD4CF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4623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26B1B-C42B-4F31-927F-5F3D0D462B79}" type="datetimeFigureOut">
              <a:rPr lang="en-US" smtClean="0"/>
              <a:t>2/23/2024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21.02.2024 Version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BC3A9-C1B6-43C0-A34D-6F613D22FD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6494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0CBC-0F88-0A87-20AB-6E3796587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BB21F-4934-3D4E-A81B-00E3ADBFE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0C91-4340-593B-4A8C-A6B82D8F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FC64-C973-4BB4-B065-D9B976AF40B1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8ECF9-78B8-4817-22B4-E400B335C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9FFFF-15AD-6BF1-F32D-AE6C3610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59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8FB2-8192-16B9-6821-E839CEBA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1DD87-7ED7-4AF1-7513-BB13EA08A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17DC8-F945-8F77-DCAC-4F9B3278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FDE4C-C526-4C22-9056-B56220F71747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0D3F0-D6A5-A76B-0FB0-EC05225C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C0D1B-EE83-6DF8-68CD-BB0E8AA4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19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DCD8-A4DD-CF43-230F-561744383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282E7-F332-2B99-985E-AA7DBEE23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14792-01D3-B4E0-B9B2-E54EBC4B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FCC5-B1A6-4DCA-B516-C726F6B751C5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38938-F3A6-A729-A9F8-D959E407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70870-436C-92D7-1863-D3A6DD39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55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C927A-D572-5267-42EA-0D508DE0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105AC-E9B2-DC2C-DC60-1ABCB8125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D5C9A-5E4D-37BC-4C4E-8C886C780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731B2-2BDD-4DB6-BC32-B3AEE413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9935A-FF28-4094-8E76-CE38FAB666B3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2C472-3735-408F-99AB-92F6B0A2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10D70-C7F7-CC20-172B-CDB9022F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3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A100-084C-9BC4-7BDC-F1410DA47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E1CD2-1F95-58CE-46CA-B55185BD1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563CF-DA20-A66D-A275-ED220451A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B2266-7E4D-4049-CE93-B6E1CF3F9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DE862-7800-5246-D3E6-28F36A0A8D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D14B8-B273-032D-A1F8-ACB54D3E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CA112-8332-4079-ABB5-9C8DF16576C3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B23EC-4376-E14A-186C-5A281450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3D02A-9F0E-103E-F99B-2BE8B1FB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7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B282-B4FF-CE74-97B9-28B23985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63BC1-CE72-D5E2-2854-9F757DD0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56B5-6169-48E5-9AF5-B702AE65C558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BD79E7-A022-3615-EEF6-1313BB91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F3BC-3AEB-862E-A543-CBED5787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50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F9C89-4DEB-E659-EC13-3116DEB8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12770-1FEA-49D3-A444-2B1329E9BE04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FB35F-9058-6F3D-0AD0-B1C44FA57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CDB58-CE0C-A37B-CAE9-3CB361FE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31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F37F-1203-75C6-6B9F-986EE6BF9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E425C-13DF-33A1-712A-9E4317E4E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CD7DF-E2B3-2DC0-1CCB-C5A39F298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E7542-EA1A-089C-6239-BA133FD3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C5F27-B47A-4526-8ECB-B42BC6AE9AEE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64623-0221-11BB-FCE4-48FBEAA9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55B5-BE0F-E4C2-3CB5-0C67BF82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26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9F5F-85F5-042B-4A4D-E51AE9D8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E39D1-6585-8E27-05B6-3E18ECAF6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8E9A8-B97E-2CE4-7080-E0CFDEB46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4AA62-CCF2-4325-6CD4-5CC5FEAE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660CF-0DCF-4882-89BE-6EB3E3C9F4DE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9E6DB-8D6C-9E5A-4C81-8D59A59F5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333EE-84B2-E7F7-1E36-75A8CD9C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433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F20C-1128-13B3-9BCE-6EE0DE9F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A94E5-F1A1-BFB7-1F6D-1D1F8952E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62B26-F5A0-C6CD-1656-B5C6BC75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BB4D3-4499-4EDE-803F-6192FA598491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A3BE9-9972-9A88-BA4C-F98B08FB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863A5-5248-1FA8-59D2-F2B9D4EF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68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C0A3F-8D49-947D-4E7F-304B9DD25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9A288-9EDD-20D9-B9E1-F1A94CE84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A106C-4A4D-9A1F-1F3F-C61968E33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AC22-C975-43C1-B66B-44305C2EC125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3D8FF-4FA2-D030-3EBD-352FE08B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F0852-F607-980F-F719-A8CA2FED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14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47961-1026-AE6F-1F1E-DF16D657A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5898E-6885-F645-F470-0F63167F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7124C-25C8-A171-2F6C-33A7460DC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429CA-7C77-48FE-8A85-5DC458C8E699}" type="datetime1">
              <a:rPr lang="en-US" smtClean="0"/>
              <a:t>2/23/2024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9BF21-E196-5922-A800-1A8D17554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February 2024. Version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F0E18-2590-72E0-5449-C1D9CDDC5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A4C9C-DAE7-49A1-975C-984689851D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45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linkedin.com/learn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A0213-8909-23F2-4B04-20F0D4576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rgbClr val="FFFFFF"/>
                </a:solidFill>
                <a:latin typeface="+mn-lt"/>
              </a:rPr>
              <a:t>BW GROUP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5833E-0475-09D1-2D8C-48A3CC964B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sz="3200" b="1" dirty="0"/>
              <a:t>GUIDELINES FOR THE USE OF GENERATIVE A</a:t>
            </a:r>
            <a:r>
              <a:rPr lang="en-US" sz="3200" dirty="0"/>
              <a:t>rtificial </a:t>
            </a:r>
            <a:r>
              <a:rPr lang="en-US" sz="3200" b="1" dirty="0"/>
              <a:t>I</a:t>
            </a:r>
            <a:r>
              <a:rPr lang="en-US" sz="3200" dirty="0"/>
              <a:t>ntelligence (</a:t>
            </a:r>
            <a:r>
              <a:rPr lang="en-US" sz="3200" b="1" dirty="0"/>
              <a:t>AI</a:t>
            </a:r>
            <a:r>
              <a:rPr lang="en-US" sz="3200" dirty="0"/>
              <a:t>)and </a:t>
            </a:r>
            <a:r>
              <a:rPr lang="en-US" sz="3200" b="1" dirty="0"/>
              <a:t>L</a:t>
            </a:r>
            <a:r>
              <a:rPr lang="en-US" sz="3200" dirty="0"/>
              <a:t>arge </a:t>
            </a:r>
            <a:r>
              <a:rPr lang="en-US" sz="3200" b="1" dirty="0"/>
              <a:t>L</a:t>
            </a:r>
            <a:r>
              <a:rPr lang="en-US" sz="3200" dirty="0"/>
              <a:t>anguage </a:t>
            </a:r>
            <a:r>
              <a:rPr lang="en-US" sz="3200" b="1" dirty="0"/>
              <a:t>M</a:t>
            </a:r>
            <a:r>
              <a:rPr lang="en-US" sz="3200" dirty="0"/>
              <a:t>odels (</a:t>
            </a:r>
            <a:r>
              <a:rPr lang="en-US" sz="3200" b="1" dirty="0"/>
              <a:t>LLM</a:t>
            </a:r>
            <a:r>
              <a:rPr lang="en-US" sz="3200" dirty="0"/>
              <a:t>s)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205ED-F5C5-CE6C-C6F9-85F041A2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38912"/>
            <a:ext cx="1752600" cy="279424"/>
          </a:xfrm>
        </p:spPr>
        <p:txBody>
          <a:bodyPr/>
          <a:lstStyle/>
          <a:p>
            <a:r>
              <a:rPr lang="en-US" dirty="0"/>
              <a:t>February 2024. Version 2</a:t>
            </a:r>
          </a:p>
        </p:txBody>
      </p:sp>
    </p:spTree>
    <p:extLst>
      <p:ext uri="{BB962C8B-B14F-4D97-AF65-F5344CB8AC3E}">
        <p14:creationId xmlns:p14="http://schemas.microsoft.com/office/powerpoint/2010/main" val="1397831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DB219-E878-FB77-38EE-C09109585FEC}"/>
              </a:ext>
            </a:extLst>
          </p:cNvPr>
          <p:cNvSpPr txBox="1"/>
          <p:nvPr/>
        </p:nvSpPr>
        <p:spPr>
          <a:xfrm>
            <a:off x="4283243" y="319088"/>
            <a:ext cx="7098058" cy="6219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R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400" b="1" u="sng" dirty="0">
                <a:effectLst/>
              </a:rPr>
              <a:t>Purpose</a:t>
            </a:r>
            <a:endParaRPr lang="en-US" sz="1400" dirty="0">
              <a:effectLst/>
            </a:endParaRPr>
          </a:p>
          <a:p>
            <a:pPr marR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400" dirty="0">
                <a:effectLst/>
              </a:rPr>
              <a:t>The purpose of this working document is to establish guidelines for the use o</a:t>
            </a:r>
            <a:r>
              <a:rPr lang="en-US" sz="1400" dirty="0"/>
              <a:t>f generative </a:t>
            </a:r>
            <a:r>
              <a:rPr lang="en-US" sz="1400" dirty="0">
                <a:effectLst/>
              </a:rPr>
              <a:t> artificial intelligence (AI) and large language models (LLMs)</a:t>
            </a:r>
            <a:r>
              <a:rPr lang="en-US" sz="1400" dirty="0">
                <a:solidFill>
                  <a:srgbClr val="FF0000"/>
                </a:solidFill>
                <a:effectLst/>
              </a:rPr>
              <a:t>,</a:t>
            </a:r>
            <a:r>
              <a:rPr lang="en-US" sz="1400" dirty="0">
                <a:effectLst/>
              </a:rPr>
              <a:t> such as </a:t>
            </a:r>
            <a:r>
              <a:rPr lang="en-US" sz="1400" strike="sngStrike" dirty="0">
                <a:solidFill>
                  <a:srgbClr val="FF0000"/>
                </a:solidFill>
                <a:effectLst/>
              </a:rPr>
              <a:t>of </a:t>
            </a:r>
            <a:r>
              <a:rPr lang="en-US" sz="1400" dirty="0">
                <a:effectLst/>
              </a:rPr>
              <a:t>ChatGPT, Llama, Bard, Bing, Cohere or other similar tools, by employees, contractors, temporary employees, interns</a:t>
            </a:r>
            <a:r>
              <a:rPr lang="en-US" sz="1400" strike="sngStrike" dirty="0">
                <a:solidFill>
                  <a:srgbClr val="FF0000"/>
                </a:solidFill>
                <a:effectLst/>
              </a:rPr>
              <a:t>,</a:t>
            </a:r>
            <a:r>
              <a:rPr lang="en-US" sz="1400" dirty="0">
                <a:effectLst/>
              </a:rPr>
              <a:t> or other third parties engaged by BW Group. These guidelines are designed to encourage the use of AI within our organisation and to ensure we use generative AI and LLMs in a responsible, ethical and lawful manner and</a:t>
            </a:r>
            <a:r>
              <a:rPr lang="en-US" sz="1400" dirty="0">
                <a:solidFill>
                  <a:srgbClr val="FF0000"/>
                </a:solidFill>
                <a:effectLst/>
              </a:rPr>
              <a:t>,</a:t>
            </a:r>
            <a:r>
              <a:rPr lang="en-US" sz="1400" dirty="0">
                <a:effectLst/>
              </a:rPr>
              <a:t> at all times</a:t>
            </a:r>
            <a:r>
              <a:rPr lang="en-US" sz="1400" dirty="0">
                <a:solidFill>
                  <a:srgbClr val="FF0000"/>
                </a:solidFill>
                <a:effectLst/>
              </a:rPr>
              <a:t>,</a:t>
            </a:r>
            <a:r>
              <a:rPr lang="en-US" sz="1400" dirty="0">
                <a:effectLst/>
              </a:rPr>
              <a:t> in compliance with our core values and policies. The use of AI is evolving rapidly, so these guidelin</a:t>
            </a:r>
            <a:r>
              <a:rPr lang="en-US" sz="1400" dirty="0"/>
              <a:t>es are likely to be updated frequently to ensure that we keep up with new developments and adapt to new circumstances.</a:t>
            </a:r>
            <a:endParaRPr lang="en-US" sz="1400" dirty="0">
              <a:effectLst/>
            </a:endParaRPr>
          </a:p>
          <a:p>
            <a:pPr marR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400" b="1" u="sng" dirty="0">
                <a:effectLst/>
              </a:rPr>
              <a:t>Scope</a:t>
            </a:r>
            <a:endParaRPr lang="en-US" sz="1400" dirty="0">
              <a:effectLst/>
            </a:endParaRPr>
          </a:p>
          <a:p>
            <a:pPr marR="0"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400" dirty="0">
                <a:effectLst/>
              </a:rPr>
              <a:t>These guidelines apply to all those with access to generative AI and LLMs, whether through company</a:t>
            </a:r>
            <a:r>
              <a:rPr lang="en-US" sz="1400" dirty="0">
                <a:solidFill>
                  <a:srgbClr val="FF0000"/>
                </a:solidFill>
                <a:effectLst/>
              </a:rPr>
              <a:t>-</a:t>
            </a:r>
            <a:r>
              <a:rPr lang="en-US" sz="1400" dirty="0">
                <a:effectLst/>
              </a:rPr>
              <a:t>owned devices or privately-owned devices used for work-related purposes.</a:t>
            </a:r>
          </a:p>
          <a:p>
            <a:pPr marR="0" algn="just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1400" b="1" u="sng" dirty="0">
                <a:effectLst/>
              </a:rPr>
              <a:t>Use of Generative AI and LLM</a:t>
            </a:r>
            <a:r>
              <a:rPr lang="en-US" sz="1400" strike="sngStrike" dirty="0">
                <a:solidFill>
                  <a:srgbClr val="FF0000"/>
                </a:solidFill>
                <a:effectLst/>
              </a:rPr>
              <a:t>: </a:t>
            </a:r>
          </a:p>
          <a:p>
            <a:pPr marR="0" algn="just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1400" dirty="0">
                <a:effectLst/>
              </a:rPr>
              <a:t>You are authorised and encouraged to use and experiment with generative AI and LLMs for work-related purposes, including for example generating content for reports, emails, presentations, images and other business-related communications.</a:t>
            </a:r>
          </a:p>
          <a:p>
            <a:pPr marR="0" algn="just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1400" dirty="0">
                <a:effectLst/>
              </a:rPr>
              <a:t>If you find generative AI useful in any particular area, please share this </a:t>
            </a:r>
            <a:r>
              <a:rPr lang="en-US" sz="1400" dirty="0">
                <a:solidFill>
                  <a:srgbClr val="FF0000"/>
                </a:solidFill>
                <a:effectLst/>
              </a:rPr>
              <a:t>experience and knowledge </a:t>
            </a:r>
            <a:r>
              <a:rPr lang="en-US" sz="1400" dirty="0">
                <a:effectLst/>
              </a:rPr>
              <a:t>with your colleagues. </a:t>
            </a:r>
          </a:p>
          <a:p>
            <a:pPr marR="0" algn="just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1400" b="1" u="sng" dirty="0">
                <a:effectLst/>
              </a:rPr>
              <a:t>Accuracy</a:t>
            </a:r>
          </a:p>
          <a:p>
            <a:pPr marR="0" algn="just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1400" dirty="0">
                <a:solidFill>
                  <a:srgbClr val="FF0000"/>
                </a:solidFill>
                <a:effectLst/>
              </a:rPr>
              <a:t>Prior to use, a</a:t>
            </a:r>
            <a:r>
              <a:rPr lang="en-US" sz="1400" dirty="0">
                <a:effectLst/>
              </a:rPr>
              <a:t>ll information generated by generative AI and LLMs should be reviewed, verified and edited by you for accuracy</a:t>
            </a:r>
            <a:r>
              <a:rPr lang="en-US" sz="1400" strike="sngStrike" dirty="0">
                <a:effectLst/>
              </a:rPr>
              <a:t> </a:t>
            </a:r>
            <a:r>
              <a:rPr lang="en-US" sz="1400" strike="sngStrike" dirty="0">
                <a:solidFill>
                  <a:srgbClr val="FF0000"/>
                </a:solidFill>
                <a:effectLst/>
              </a:rPr>
              <a:t>prior to use</a:t>
            </a:r>
            <a:r>
              <a:rPr lang="en-US" sz="1400" dirty="0">
                <a:effectLst/>
              </a:rPr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6848B7-857A-9D4F-6BC9-FA172D53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21" y="6425102"/>
            <a:ext cx="1745725" cy="365125"/>
          </a:xfrm>
        </p:spPr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9DA5F3-5664-7F84-C951-E4CA06D6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61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D363D4-E48C-4294-E8E8-3F4367C1CF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82" r="7101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AB3E9-6356-9167-9E59-099663A33F70}"/>
              </a:ext>
            </a:extLst>
          </p:cNvPr>
          <p:cNvSpPr txBox="1"/>
          <p:nvPr/>
        </p:nvSpPr>
        <p:spPr>
          <a:xfrm>
            <a:off x="5740782" y="168620"/>
            <a:ext cx="5816218" cy="986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effectLst/>
                <a:ea typeface="+mj-ea"/>
                <a:cs typeface="+mj-cs"/>
              </a:rPr>
              <a:t>THINGS TO BE MINDFUL ABOUT WHEN USING GENERATIVE AI and LLMs </a:t>
            </a:r>
          </a:p>
        </p:txBody>
      </p:sp>
      <p:graphicFrame>
        <p:nvGraphicFramePr>
          <p:cNvPr id="13" name="TextBox 10">
            <a:extLst>
              <a:ext uri="{FF2B5EF4-FFF2-40B4-BE49-F238E27FC236}">
                <a16:creationId xmlns:a16="http://schemas.microsoft.com/office/drawing/2014/main" id="{D7B9FA1D-ABB3-BDD1-1321-82412B006E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1652781"/>
              </p:ext>
            </p:extLst>
          </p:nvPr>
        </p:nvGraphicFramePr>
        <p:xfrm>
          <a:off x="5562600" y="1058779"/>
          <a:ext cx="6333067" cy="5630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EAF290-B303-63E1-53E3-BED345063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97613"/>
            <a:ext cx="1910729" cy="306925"/>
          </a:xfrm>
        </p:spPr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E742C6-3155-4E1C-8FB3-E7CABA69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2843463" cy="365125"/>
          </a:xfrm>
        </p:spPr>
        <p:txBody>
          <a:bodyPr/>
          <a:lstStyle/>
          <a:p>
            <a:fld id="{568A4C9C-DAE7-49A1-975C-984689851D3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4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Radioactive">
            <a:extLst>
              <a:ext uri="{FF2B5EF4-FFF2-40B4-BE49-F238E27FC236}">
                <a16:creationId xmlns:a16="http://schemas.microsoft.com/office/drawing/2014/main" id="{FDBB2544-454B-5D72-5070-AAB40A5E0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6493E-23C5-8CE1-A4F7-DAB9DD03C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0760" y="221355"/>
            <a:ext cx="5500255" cy="6343054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endParaRPr lang="en-US" sz="2800" dirty="0">
              <a:solidFill>
                <a:schemeClr val="tx2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900" b="1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RISKS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There are inherent risks that you should be aware of when using generative AI and LLMs. These risks include, but are not limited to: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Privacy and Security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Information entered into generative A</a:t>
            </a:r>
            <a:r>
              <a:rPr lang="en-US" sz="3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 and LL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Ms may enter the public domain. This can release non-public information</a:t>
            </a:r>
            <a:r>
              <a:rPr lang="en-US" sz="30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strike="sngStrike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breach </a:t>
            </a:r>
            <a:r>
              <a:rPr lang="en-US" sz="300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legal and 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regulatory requirements, </a:t>
            </a:r>
            <a:r>
              <a:rPr lang="en-US" sz="300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contravene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contractual obligations</a:t>
            </a:r>
            <a:r>
              <a:rPr lang="en-US" sz="3000" strike="sngStrike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and/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or compromise trade secrets. </a:t>
            </a:r>
            <a:r>
              <a:rPr lang="en-US" sz="3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In addition, 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LLMs may store sensitive data and information, which could be at risk of being breached or hacked.</a:t>
            </a:r>
            <a:endParaRPr lang="en-US" sz="3000" b="1" dirty="0">
              <a:solidFill>
                <a:schemeClr val="tx2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Accuracy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Generative AI</a:t>
            </a:r>
            <a:r>
              <a:rPr lang="en-US" sz="3000" dirty="0">
                <a:solidFill>
                  <a:schemeClr val="tx2"/>
                </a:solidFill>
                <a:ea typeface="Times New Roman" panose="02020603050405020304" pitchFamily="18" charset="0"/>
              </a:rPr>
              <a:t> rely 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upon algorithms to generate content. As with </a:t>
            </a:r>
            <a:r>
              <a:rPr lang="en-US" sz="3000" dirty="0">
                <a:solidFill>
                  <a:schemeClr val="tx2"/>
                </a:solidFill>
                <a:ea typeface="Times New Roman" panose="02020603050405020304" pitchFamily="18" charset="0"/>
              </a:rPr>
              <a:t>generative AI and LLM 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technology, there is a risk that the content 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generated may be inaccurate or unreliable information. You should exercise caution when relying on AI generated content and should always review, verify and edit responses for accuracy prior to use.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Hallucinations</a:t>
            </a:r>
            <a:endParaRPr lang="en-US" sz="3000" b="1" dirty="0">
              <a:solidFill>
                <a:schemeClr val="tx2"/>
              </a:solidFill>
              <a:ea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Hallucinations refer to incorrect and unexpected responses generated by </a:t>
            </a:r>
            <a:r>
              <a:rPr lang="en-US" sz="3000" dirty="0">
                <a:solidFill>
                  <a:schemeClr val="tx2"/>
                </a:solidFill>
                <a:ea typeface="Times New Roman" panose="02020603050405020304" pitchFamily="18" charset="0"/>
              </a:rPr>
              <a:t>generative AI tools.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 These errors and inaccurate information can occur due to biases in data, limitations in the model or various other factors. Ensuring accuracy prior to use is crucial.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b="1" dirty="0">
                <a:solidFill>
                  <a:schemeClr val="tx2"/>
                </a:solidFill>
                <a:effectLst/>
                <a:ea typeface="Times New Roman" panose="02020603050405020304" pitchFamily="18" charset="0"/>
              </a:rPr>
              <a:t>Bias</a:t>
            </a:r>
            <a:endParaRPr lang="en-US" sz="3000" dirty="0">
              <a:solidFill>
                <a:schemeClr val="tx2"/>
              </a:solidFill>
              <a:effectLst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Generative AI 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may produce bias, discriminatory or offensive content. </a:t>
            </a:r>
            <a:r>
              <a:rPr lang="en-US" sz="3000" dirty="0">
                <a:solidFill>
                  <a:schemeClr val="tx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It is important to</a:t>
            </a:r>
            <a:r>
              <a:rPr lang="en-US" sz="3000" dirty="0">
                <a:solidFill>
                  <a:schemeClr val="tx2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use LLMs or other generative AI tools responsibly and ethically, and in line with our core values and policies.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B0FD6C-8086-2989-7658-CF791CBF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64408"/>
            <a:ext cx="1828227" cy="238173"/>
          </a:xfrm>
        </p:spPr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1B3A9-02E0-5D0D-AAB1-B4C4B96C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119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2BAB2D-13D4-40A9-EBC8-5C219A878C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4558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0B8E7B4-9DE8-AE6C-EFF8-5C550484D47D}"/>
              </a:ext>
            </a:extLst>
          </p:cNvPr>
          <p:cNvSpPr txBox="1"/>
          <p:nvPr/>
        </p:nvSpPr>
        <p:spPr>
          <a:xfrm>
            <a:off x="536264" y="464811"/>
            <a:ext cx="2284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5EC62-5A0D-9FED-349C-95513A4F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89594"/>
            <a:ext cx="1896979" cy="251923"/>
          </a:xfrm>
        </p:spPr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C3B62-7FFE-EE86-D479-8D9154DE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104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A84B152-3496-4C52-AF08-97AFFC09D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0094D-EA95-BB4C-6551-DE4781194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ENHANCE YOUR GENERATIVE  AI AND LLM KNOWLEDGE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2ADB95-0FA3-4BD7-A8AC-89D014A8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5CFE-1480-7FF3-E21E-950D99BBC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9174"/>
            <a:ext cx="5393361" cy="4351338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400" dirty="0"/>
              <a:t>You are encouraged to explore </a:t>
            </a:r>
            <a:r>
              <a:rPr lang="en-US" sz="1400" b="1" dirty="0"/>
              <a:t>LinkedIn Learning </a:t>
            </a:r>
            <a:r>
              <a:rPr lang="en-US" sz="1400" dirty="0"/>
              <a:t>to expand your knowledge of AI and learn how to maximise the benefits of AILLMs. Click on the link below to discover the various </a:t>
            </a:r>
            <a:r>
              <a:rPr lang="en-US" sz="1400" i="1" dirty="0"/>
              <a:t>Artificial Intelligence for Business</a:t>
            </a:r>
            <a:r>
              <a:rPr lang="en-US" sz="1400" dirty="0"/>
              <a:t> online training courses available to you. </a:t>
            </a:r>
          </a:p>
          <a:p>
            <a:pPr marL="0" indent="0" algn="just">
              <a:buNone/>
            </a:pPr>
            <a:endParaRPr lang="en-US" sz="14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dirty="0">
                <a:hlinkClick r:id="rId2"/>
              </a:rPr>
              <a:t>LinkedIn Learning with Lynda: Online Training Courses for Creative, Technology, Business Skills</a:t>
            </a:r>
            <a:r>
              <a:rPr lang="en-US" sz="1400" dirty="0"/>
              <a:t>		</a:t>
            </a:r>
          </a:p>
          <a:p>
            <a:pPr marL="0" indent="0" algn="just">
              <a:buNone/>
            </a:pPr>
            <a:endParaRPr lang="en-US" sz="14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400" dirty="0"/>
              <a:t>Some recommended reading on how best to use AILLM:</a:t>
            </a:r>
          </a:p>
          <a:p>
            <a:pPr marL="0" indent="0" algn="just">
              <a:buNone/>
            </a:pPr>
            <a:endParaRPr lang="en-US" sz="14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i="1" dirty="0"/>
              <a:t>Quick Start Guide to Large Language Models: Strategies and Best Practices for Using ChatGPT and Other LLMs </a:t>
            </a:r>
            <a:r>
              <a:rPr lang="en-US" sz="1400" dirty="0"/>
              <a:t>by Sinan Ozdemir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i="1" dirty="0"/>
              <a:t>Mastering ChatGPT for Beginners </a:t>
            </a:r>
            <a:r>
              <a:rPr lang="en-US" sz="1400" dirty="0"/>
              <a:t>by Shane Corbitt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i="1" dirty="0"/>
              <a:t>The ChatGPT Guide for Business </a:t>
            </a:r>
            <a:r>
              <a:rPr lang="en-US" sz="1400" dirty="0"/>
              <a:t>by Andrew Ward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400" i="1" dirty="0"/>
              <a:t>The ChatGPT Edge: Unleashing The Limitless Potential of AI Using Simple and Creative Prompts to Boost Productivity, Maximize Efficient and Grow Your Business Fast </a:t>
            </a:r>
            <a:r>
              <a:rPr lang="en-US" sz="1400" dirty="0"/>
              <a:t>by Fletcher Parks</a:t>
            </a:r>
          </a:p>
          <a:p>
            <a:endParaRPr lang="en-US" sz="900" i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630884" cy="630884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CBF9756-6AC8-4C65-84DF-56FBFFA1D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0227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Picture 7" descr="Light bulb on yellow background with sketched light beams and cord">
            <a:extLst>
              <a:ext uri="{FF2B5EF4-FFF2-40B4-BE49-F238E27FC236}">
                <a16:creationId xmlns:a16="http://schemas.microsoft.com/office/drawing/2014/main" id="{905BAA6D-893E-9D3E-C247-2715F38DC2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500"/>
          <a:stretch/>
        </p:blipFill>
        <p:spPr>
          <a:xfrm>
            <a:off x="7751975" y="1075239"/>
            <a:ext cx="4128603" cy="4128603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D385988-EAAF-4C27-AF8A-2BFBECAF3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21D332-7329-4994-8836-C429A51B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D20F754-35A9-4508-BE3C-C59996D14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7FDA65-5A1F-2208-145F-E720320B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45851"/>
            <a:ext cx="1991064" cy="208100"/>
          </a:xfrm>
        </p:spPr>
        <p:txBody>
          <a:bodyPr/>
          <a:lstStyle/>
          <a:p>
            <a:r>
              <a:rPr lang="en-US" dirty="0"/>
              <a:t>February 2024. Version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22806-7524-64B6-8ACA-1D2D527C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A4C9C-DAE7-49A1-975C-984689851D3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1132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BW GROUP </vt:lpstr>
      <vt:lpstr>PowerPoint Presentation</vt:lpstr>
      <vt:lpstr>PowerPoint Presentation</vt:lpstr>
      <vt:lpstr>PowerPoint Presentation</vt:lpstr>
      <vt:lpstr>PowerPoint Presentation</vt:lpstr>
      <vt:lpstr>ENHANCE YOUR GENERATIVE  AI AND LLM KNOWLEDGE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BW GROUP</dc:title>
  <dc:creator>Pamela Michaelis</dc:creator>
  <cp:lastModifiedBy>Justine Fox</cp:lastModifiedBy>
  <cp:revision>2</cp:revision>
  <dcterms:created xsi:type="dcterms:W3CDTF">2024-02-05T07:00:42Z</dcterms:created>
  <dcterms:modified xsi:type="dcterms:W3CDTF">2024-02-23T07:04:11Z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-1743433744</vt:i4>
  </property>
  <property fmtid="{D5CDD505-2E9C-101B-9397-08002B2CF9AE}" pid="3" name="_NewReviewCycle">
    <vt:lpwstr/>
  </property>
  <property fmtid="{D5CDD505-2E9C-101B-9397-08002B2CF9AE}" pid="4" name="_EmailSubject">
    <vt:lpwstr>BW Digital AI Taskforce - Meeting 2</vt:lpwstr>
  </property>
  <property fmtid="{D5CDD505-2E9C-101B-9397-08002B2CF9AE}" pid="5" name="_AuthorEmail">
    <vt:lpwstr>petemis@bw-digital.com</vt:lpwstr>
  </property>
  <property fmtid="{D5CDD505-2E9C-101B-9397-08002B2CF9AE}" pid="6" name="_AuthorEmailDisplayName">
    <vt:lpwstr>Peter Missingham</vt:lpwstr>
  </property>
</Properties>
</file>